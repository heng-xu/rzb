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7" r:id="rId4"/>
    <p:sldMasterId id="2147483677" r:id="rId5"/>
    <p:sldMasterId id="2147483687" r:id="rId6"/>
    <p:sldMasterId id="2147483697" r:id="rId7"/>
    <p:sldMasterId id="2147483707" r:id="rId8"/>
  </p:sldMasterIdLst>
  <p:notesMasterIdLst>
    <p:notesMasterId r:id="rId11"/>
  </p:notesMasterIdLst>
  <p:handoutMasterIdLst>
    <p:handoutMasterId r:id="rId20"/>
  </p:handoutMasterIdLst>
  <p:sldIdLst>
    <p:sldId id="16604176" r:id="rId9"/>
    <p:sldId id="392" r:id="rId10"/>
    <p:sldId id="16604194" r:id="rId12"/>
    <p:sldId id="16604204" r:id="rId13"/>
    <p:sldId id="16604216" r:id="rId14"/>
    <p:sldId id="16604215" r:id="rId15"/>
    <p:sldId id="16604217" r:id="rId16"/>
    <p:sldId id="16604218" r:id="rId17"/>
    <p:sldId id="16604219" r:id="rId18"/>
    <p:sldId id="259" r:id="rId19"/>
  </p:sldIdLst>
  <p:sldSz cx="12192000" cy="6858000"/>
  <p:notesSz cx="9144000" cy="6858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96" userDrawn="1">
          <p15:clr>
            <a:srgbClr val="A4A3A4"/>
          </p15:clr>
        </p15:guide>
        <p15:guide id="2" pos="35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ngjinrong" initials="y" lastIdx="1" clrIdx="0"/>
  <p:cmAuthor id="1" name="jijie" initials="j" lastIdx="2" clrIdx="0"/>
  <p:cmAuthor id="2" name="lenovo" initials="l" lastIdx="2" clrIdx="0"/>
  <p:cmAuthor id="3" name="肖强" initials="肖" lastIdx="1" clrIdx="1"/>
  <p:cmAuthor id="4" name="sihua guo" initials="s" lastIdx="4" clrIdx="2"/>
  <p:cmAuthor id="5" name="Administrator" initials="A" lastIdx="20" clrIdx="3"/>
  <p:cmAuthor id="6" name="福与天琦" initials="" lastIdx="8" clrIdx="0"/>
  <p:cmAuthor id="8" name="quhep" initials="" lastIdx="33" clrIdx="2"/>
  <p:cmAuthor id="9" name="CEPRI-0592" initials="" lastIdx="1" clrIdx="3"/>
  <p:cmAuthor id="10" name="sunshiming-nb" initials="s" lastIdx="2" clrIdx="8"/>
  <p:cmAuthor id="11" name="zhuangyi" initials="z" lastIdx="3" clrIdx="10"/>
  <p:cmAuthor id="12" name="蒋 超" initials="" lastIdx="0" clrIdx="11"/>
  <p:cmAuthor id="13" name="joseph0311@163.com" initials="Jo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55E"/>
    <a:srgbClr val="1D979D"/>
    <a:srgbClr val="78B8B6"/>
    <a:srgbClr val="029694"/>
    <a:srgbClr val="00706B"/>
    <a:srgbClr val="E3732E"/>
    <a:srgbClr val="E55F4D"/>
    <a:srgbClr val="DD5400"/>
    <a:srgbClr val="D9958F"/>
    <a:srgbClr val="CE3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59" autoAdjust="0"/>
    <p:restoredTop sz="94063" autoAdjust="0"/>
  </p:normalViewPr>
  <p:slideViewPr>
    <p:cSldViewPr snapToGrid="0" showGuides="1">
      <p:cViewPr>
        <p:scale>
          <a:sx n="33" d="100"/>
          <a:sy n="33" d="100"/>
        </p:scale>
        <p:origin x="2179" y="744"/>
      </p:cViewPr>
      <p:guideLst>
        <p:guide orient="horz" pos="3396"/>
        <p:guide pos="35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commentAuthors" Target="commentAuthors.xml"/><Relationship Id="rId25" Type="http://schemas.openxmlformats.org/officeDocument/2006/relationships/tags" Target="tags/tag3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Relationship Id="rId7" Type="http://schemas.openxmlformats.org/officeDocument/2006/relationships/tags" Target="../tags/tag11.xml"/><Relationship Id="rId8" Type="http://schemas.openxmlformats.org/officeDocument/2006/relationships/tags" Target="../tags/tag12.xml"/><Relationship Id="rId9" Type="http://schemas.openxmlformats.org/officeDocument/2006/relationships/tags" Target="../tags/tag13.xml"/><Relationship Id="rId10" Type="http://schemas.openxmlformats.org/officeDocument/2006/relationships/tags" Target="../tags/tag14.xml"/><Relationship Id="rId11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tags" Target="../tags/tag18.xml"/><Relationship Id="rId6" Type="http://schemas.openxmlformats.org/officeDocument/2006/relationships/tags" Target="../tags/tag19.xml"/><Relationship Id="rId7" Type="http://schemas.openxmlformats.org/officeDocument/2006/relationships/tags" Target="../tags/tag20.xml"/><Relationship Id="rId8" Type="http://schemas.openxmlformats.org/officeDocument/2006/relationships/tags" Target="../tags/tag21.xml"/><Relationship Id="rId9" Type="http://schemas.openxmlformats.org/officeDocument/2006/relationships/tags" Target="../tags/tag22.xml"/><Relationship Id="rId10" Type="http://schemas.openxmlformats.org/officeDocument/2006/relationships/tags" Target="../tags/tag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tags" Target="../tags/tag30.xml"/><Relationship Id="rId10" Type="http://schemas.openxmlformats.org/officeDocument/2006/relationships/tags" Target="../tags/tag31.xml"/><Relationship Id="rId11" Type="http://schemas.openxmlformats.org/officeDocument/2006/relationships/tags" Target="../tags/tag32.xml"/><Relationship Id="rId12" Type="http://schemas.openxmlformats.org/officeDocument/2006/relationships/tags" Target="../tags/tag33.xml"/><Relationship Id="rId13" Type="http://schemas.openxmlformats.org/officeDocument/2006/relationships/image" Target="../media/image6.png"/><Relationship Id="rId14" Type="http://schemas.openxmlformats.org/officeDocument/2006/relationships/image" Target="../media/image7.svg"/><Relationship Id="rId15" Type="http://schemas.openxmlformats.org/officeDocument/2006/relationships/tags" Target="../tags/tag3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tags" Target="../tags/tag44.xml"/><Relationship Id="rId7" Type="http://schemas.openxmlformats.org/officeDocument/2006/relationships/tags" Target="../tags/tag45.xml"/><Relationship Id="rId8" Type="http://schemas.openxmlformats.org/officeDocument/2006/relationships/tags" Target="../tags/tag46.xml"/><Relationship Id="rId9" Type="http://schemas.openxmlformats.org/officeDocument/2006/relationships/tags" Target="../tags/tag47.xml"/><Relationship Id="rId10" Type="http://schemas.openxmlformats.org/officeDocument/2006/relationships/tags" Target="../tags/tag48.xml"/><Relationship Id="rId11" Type="http://schemas.openxmlformats.org/officeDocument/2006/relationships/tags" Target="../tags/tag49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tags" Target="../tags/tag53.xml"/><Relationship Id="rId7" Type="http://schemas.openxmlformats.org/officeDocument/2006/relationships/tags" Target="../tags/tag54.xml"/><Relationship Id="rId8" Type="http://schemas.openxmlformats.org/officeDocument/2006/relationships/tags" Target="../tags/tag55.xml"/><Relationship Id="rId9" Type="http://schemas.openxmlformats.org/officeDocument/2006/relationships/tags" Target="../tags/tag56.xml"/><Relationship Id="rId10" Type="http://schemas.openxmlformats.org/officeDocument/2006/relationships/tags" Target="../tags/tag57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Relationship Id="rId11" Type="http://schemas.openxmlformats.org/officeDocument/2006/relationships/tags" Target="../tags/tag66.xml"/><Relationship Id="rId12" Type="http://schemas.openxmlformats.org/officeDocument/2006/relationships/tags" Target="../tags/tag67.xml"/><Relationship Id="rId13" Type="http://schemas.openxmlformats.org/officeDocument/2006/relationships/image" Target="../media/image6.png"/><Relationship Id="rId14" Type="http://schemas.openxmlformats.org/officeDocument/2006/relationships/image" Target="../media/image7.svg"/><Relationship Id="rId15" Type="http://schemas.openxmlformats.org/officeDocument/2006/relationships/tags" Target="../tags/tag68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84.xml"/><Relationship Id="rId4" Type="http://schemas.openxmlformats.org/officeDocument/2006/relationships/tags" Target="../tags/tag85.xml"/><Relationship Id="rId5" Type="http://schemas.openxmlformats.org/officeDocument/2006/relationships/tags" Target="../tags/tag86.xml"/><Relationship Id="rId6" Type="http://schemas.openxmlformats.org/officeDocument/2006/relationships/tags" Target="../tags/tag87.xml"/><Relationship Id="rId7" Type="http://schemas.openxmlformats.org/officeDocument/2006/relationships/tags" Target="../tags/tag88.xml"/><Relationship Id="rId8" Type="http://schemas.openxmlformats.org/officeDocument/2006/relationships/tags" Target="../tags/tag89.xml"/><Relationship Id="rId9" Type="http://schemas.openxmlformats.org/officeDocument/2006/relationships/tags" Target="../tags/tag90.xml"/><Relationship Id="rId10" Type="http://schemas.openxmlformats.org/officeDocument/2006/relationships/tags" Target="../tags/tag9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Relationship Id="rId9" Type="http://schemas.openxmlformats.org/officeDocument/2006/relationships/tags" Target="../tags/tag98.xml"/><Relationship Id="rId10" Type="http://schemas.openxmlformats.org/officeDocument/2006/relationships/tags" Target="../tags/tag99.xml"/><Relationship Id="rId11" Type="http://schemas.openxmlformats.org/officeDocument/2006/relationships/tags" Target="../tags/tag100.xml"/><Relationship Id="rId12" Type="http://schemas.openxmlformats.org/officeDocument/2006/relationships/tags" Target="../tags/tag101.xml"/><Relationship Id="rId13" Type="http://schemas.openxmlformats.org/officeDocument/2006/relationships/image" Target="../media/image6.png"/><Relationship Id="rId14" Type="http://schemas.openxmlformats.org/officeDocument/2006/relationships/image" Target="../media/image7.svg"/><Relationship Id="rId15" Type="http://schemas.openxmlformats.org/officeDocument/2006/relationships/tags" Target="../tags/tag10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tags" Target="../tags/tag110.xml"/><Relationship Id="rId5" Type="http://schemas.openxmlformats.org/officeDocument/2006/relationships/tags" Target="../tags/tag111.xml"/><Relationship Id="rId6" Type="http://schemas.openxmlformats.org/officeDocument/2006/relationships/tags" Target="../tags/tag112.xml"/><Relationship Id="rId7" Type="http://schemas.openxmlformats.org/officeDocument/2006/relationships/tags" Target="../tags/tag113.xml"/><Relationship Id="rId8" Type="http://schemas.openxmlformats.org/officeDocument/2006/relationships/tags" Target="../tags/tag114.xml"/><Relationship Id="rId9" Type="http://schemas.openxmlformats.org/officeDocument/2006/relationships/tags" Target="../tags/tag115.xml"/><Relationship Id="rId10" Type="http://schemas.openxmlformats.org/officeDocument/2006/relationships/tags" Target="../tags/tag116.xml"/><Relationship Id="rId11" Type="http://schemas.openxmlformats.org/officeDocument/2006/relationships/tags" Target="../tags/tag117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tags" Target="../tags/tag120.xml"/><Relationship Id="rId6" Type="http://schemas.openxmlformats.org/officeDocument/2006/relationships/tags" Target="../tags/tag121.xml"/><Relationship Id="rId7" Type="http://schemas.openxmlformats.org/officeDocument/2006/relationships/tags" Target="../tags/tag122.xml"/><Relationship Id="rId8" Type="http://schemas.openxmlformats.org/officeDocument/2006/relationships/tags" Target="../tags/tag123.xml"/><Relationship Id="rId9" Type="http://schemas.openxmlformats.org/officeDocument/2006/relationships/tags" Target="../tags/tag124.xml"/><Relationship Id="rId10" Type="http://schemas.openxmlformats.org/officeDocument/2006/relationships/tags" Target="../tags/tag12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tags" Target="../tags/tag126.xml"/><Relationship Id="rId4" Type="http://schemas.openxmlformats.org/officeDocument/2006/relationships/tags" Target="../tags/tag127.xml"/><Relationship Id="rId5" Type="http://schemas.openxmlformats.org/officeDocument/2006/relationships/tags" Target="../tags/tag128.xml"/><Relationship Id="rId6" Type="http://schemas.openxmlformats.org/officeDocument/2006/relationships/tags" Target="../tags/tag129.xml"/><Relationship Id="rId7" Type="http://schemas.openxmlformats.org/officeDocument/2006/relationships/tags" Target="../tags/tag130.xml"/><Relationship Id="rId8" Type="http://schemas.openxmlformats.org/officeDocument/2006/relationships/tags" Target="../tags/tag131.xml"/><Relationship Id="rId9" Type="http://schemas.openxmlformats.org/officeDocument/2006/relationships/tags" Target="../tags/tag132.xml"/><Relationship Id="rId10" Type="http://schemas.openxmlformats.org/officeDocument/2006/relationships/tags" Target="../tags/tag133.xml"/><Relationship Id="rId11" Type="http://schemas.openxmlformats.org/officeDocument/2006/relationships/tags" Target="../tags/tag134.xml"/><Relationship Id="rId12" Type="http://schemas.openxmlformats.org/officeDocument/2006/relationships/tags" Target="../tags/tag135.xml"/><Relationship Id="rId13" Type="http://schemas.openxmlformats.org/officeDocument/2006/relationships/image" Target="../media/image8.png"/><Relationship Id="rId14" Type="http://schemas.openxmlformats.org/officeDocument/2006/relationships/image" Target="../media/image9.svg"/><Relationship Id="rId15" Type="http://schemas.openxmlformats.org/officeDocument/2006/relationships/tags" Target="../tags/tag13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tags" Target="../tags/tag144.xml"/><Relationship Id="rId5" Type="http://schemas.openxmlformats.org/officeDocument/2006/relationships/tags" Target="../tags/tag145.xml"/><Relationship Id="rId6" Type="http://schemas.openxmlformats.org/officeDocument/2006/relationships/tags" Target="../tags/tag146.xml"/><Relationship Id="rId7" Type="http://schemas.openxmlformats.org/officeDocument/2006/relationships/tags" Target="../tags/tag147.xml"/><Relationship Id="rId8" Type="http://schemas.openxmlformats.org/officeDocument/2006/relationships/tags" Target="../tags/tag148.xml"/><Relationship Id="rId9" Type="http://schemas.openxmlformats.org/officeDocument/2006/relationships/tags" Target="../tags/tag149.xml"/><Relationship Id="rId10" Type="http://schemas.openxmlformats.org/officeDocument/2006/relationships/tags" Target="../tags/tag150.xml"/><Relationship Id="rId11" Type="http://schemas.openxmlformats.org/officeDocument/2006/relationships/tags" Target="../tags/tag15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152.xml"/><Relationship Id="rId4" Type="http://schemas.openxmlformats.org/officeDocument/2006/relationships/tags" Target="../tags/tag153.xml"/><Relationship Id="rId5" Type="http://schemas.openxmlformats.org/officeDocument/2006/relationships/tags" Target="../tags/tag154.xml"/><Relationship Id="rId6" Type="http://schemas.openxmlformats.org/officeDocument/2006/relationships/tags" Target="../tags/tag155.xml"/><Relationship Id="rId7" Type="http://schemas.openxmlformats.org/officeDocument/2006/relationships/tags" Target="../tags/tag156.xml"/><Relationship Id="rId8" Type="http://schemas.openxmlformats.org/officeDocument/2006/relationships/tags" Target="../tags/tag157.xml"/><Relationship Id="rId9" Type="http://schemas.openxmlformats.org/officeDocument/2006/relationships/tags" Target="../tags/tag158.xml"/><Relationship Id="rId10" Type="http://schemas.openxmlformats.org/officeDocument/2006/relationships/tags" Target="../tags/tag159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image" Target="../media/image8.png"/><Relationship Id="rId14" Type="http://schemas.openxmlformats.org/officeDocument/2006/relationships/image" Target="../media/image10.svg"/><Relationship Id="rId15" Type="http://schemas.openxmlformats.org/officeDocument/2006/relationships/tags" Target="../tags/tag170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tags" Target="../tags/tag171.xml"/><Relationship Id="rId4" Type="http://schemas.openxmlformats.org/officeDocument/2006/relationships/tags" Target="../tags/tag172.xml"/><Relationship Id="rId5" Type="http://schemas.openxmlformats.org/officeDocument/2006/relationships/tags" Target="../tags/tag173.xml"/><Relationship Id="rId6" Type="http://schemas.openxmlformats.org/officeDocument/2006/relationships/tags" Target="../tags/tag174.xml"/><Relationship Id="rId7" Type="http://schemas.openxmlformats.org/officeDocument/2006/relationships/tags" Target="../tags/tag175.xml"/><Relationship Id="rId8" Type="http://schemas.openxmlformats.org/officeDocument/2006/relationships/tags" Target="../tags/tag176.xml"/><Relationship Id="rId9" Type="http://schemas.openxmlformats.org/officeDocument/2006/relationships/tags" Target="../tags/tag177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tags" Target="../tags/tag178.xml"/><Relationship Id="rId5" Type="http://schemas.openxmlformats.org/officeDocument/2006/relationships/tags" Target="../tags/tag179.xml"/><Relationship Id="rId6" Type="http://schemas.openxmlformats.org/officeDocument/2006/relationships/tags" Target="../tags/tag180.xml"/><Relationship Id="rId7" Type="http://schemas.openxmlformats.org/officeDocument/2006/relationships/tags" Target="../tags/tag181.xml"/><Relationship Id="rId8" Type="http://schemas.openxmlformats.org/officeDocument/2006/relationships/tags" Target="../tags/tag182.xml"/><Relationship Id="rId9" Type="http://schemas.openxmlformats.org/officeDocument/2006/relationships/tags" Target="../tags/tag183.xml"/><Relationship Id="rId10" Type="http://schemas.openxmlformats.org/officeDocument/2006/relationships/tags" Target="../tags/tag184.xml"/><Relationship Id="rId11" Type="http://schemas.openxmlformats.org/officeDocument/2006/relationships/tags" Target="../tags/tag18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tags" Target="../tags/tag191.xml"/><Relationship Id="rId9" Type="http://schemas.openxmlformats.org/officeDocument/2006/relationships/tags" Target="../tags/tag192.xml"/><Relationship Id="rId10" Type="http://schemas.openxmlformats.org/officeDocument/2006/relationships/tags" Target="../tags/tag19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tags" Target="../tags/tag194.xml"/><Relationship Id="rId4" Type="http://schemas.openxmlformats.org/officeDocument/2006/relationships/tags" Target="../tags/tag195.xml"/><Relationship Id="rId5" Type="http://schemas.openxmlformats.org/officeDocument/2006/relationships/tags" Target="../tags/tag196.xml"/><Relationship Id="rId6" Type="http://schemas.openxmlformats.org/officeDocument/2006/relationships/tags" Target="../tags/tag197.xml"/><Relationship Id="rId7" Type="http://schemas.openxmlformats.org/officeDocument/2006/relationships/tags" Target="../tags/tag198.xml"/><Relationship Id="rId8" Type="http://schemas.openxmlformats.org/officeDocument/2006/relationships/tags" Target="../tags/tag199.xml"/><Relationship Id="rId9" Type="http://schemas.openxmlformats.org/officeDocument/2006/relationships/tags" Target="../tags/tag200.xml"/><Relationship Id="rId10" Type="http://schemas.openxmlformats.org/officeDocument/2006/relationships/tags" Target="../tags/tag201.xml"/><Relationship Id="rId11" Type="http://schemas.openxmlformats.org/officeDocument/2006/relationships/tags" Target="../tags/tag202.xml"/><Relationship Id="rId12" Type="http://schemas.openxmlformats.org/officeDocument/2006/relationships/tags" Target="../tags/tag203.xml"/><Relationship Id="rId13" Type="http://schemas.openxmlformats.org/officeDocument/2006/relationships/image" Target="../media/image8.png"/><Relationship Id="rId14" Type="http://schemas.openxmlformats.org/officeDocument/2006/relationships/image" Target="../media/image10.svg"/><Relationship Id="rId15" Type="http://schemas.openxmlformats.org/officeDocument/2006/relationships/tags" Target="../tags/tag20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e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tags" Target="../tags/tag207.xml"/><Relationship Id="rId6" Type="http://schemas.openxmlformats.org/officeDocument/2006/relationships/tags" Target="../tags/tag208.xml"/><Relationship Id="rId7" Type="http://schemas.openxmlformats.org/officeDocument/2006/relationships/tags" Target="../tags/tag209.xml"/><Relationship Id="rId8" Type="http://schemas.openxmlformats.org/officeDocument/2006/relationships/tags" Target="../tags/tag210.xml"/><Relationship Id="rId9" Type="http://schemas.openxmlformats.org/officeDocument/2006/relationships/tags" Target="../tags/tag21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220.xml"/><Relationship Id="rId4" Type="http://schemas.openxmlformats.org/officeDocument/2006/relationships/tags" Target="../tags/tag221.xml"/><Relationship Id="rId5" Type="http://schemas.openxmlformats.org/officeDocument/2006/relationships/tags" Target="../tags/tag222.xml"/><Relationship Id="rId6" Type="http://schemas.openxmlformats.org/officeDocument/2006/relationships/tags" Target="../tags/tag223.xml"/><Relationship Id="rId7" Type="http://schemas.openxmlformats.org/officeDocument/2006/relationships/tags" Target="../tags/tag224.xml"/><Relationship Id="rId8" Type="http://schemas.openxmlformats.org/officeDocument/2006/relationships/tags" Target="../tags/tag225.xml"/><Relationship Id="rId9" Type="http://schemas.openxmlformats.org/officeDocument/2006/relationships/tags" Target="../tags/tag226.xml"/><Relationship Id="rId10" Type="http://schemas.openxmlformats.org/officeDocument/2006/relationships/tags" Target="../tags/tag22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image" Target="../media/image8.png"/><Relationship Id="rId14" Type="http://schemas.openxmlformats.org/officeDocument/2006/relationships/image" Target="../media/image11.svg"/><Relationship Id="rId15" Type="http://schemas.openxmlformats.org/officeDocument/2006/relationships/tags" Target="../tags/tag238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tags" Target="../tags/tag248.xml"/><Relationship Id="rId11" Type="http://schemas.openxmlformats.org/officeDocument/2006/relationships/tags" Target="../tags/tag249.xml"/><Relationship Id="rId12" Type="http://schemas.openxmlformats.org/officeDocument/2006/relationships/tags" Target="../tags/tag250.xm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51.xml"/><Relationship Id="rId2" Type="http://schemas.openxmlformats.org/officeDocument/2006/relationships/tags" Target="../tags/tag252.xml"/><Relationship Id="rId3" Type="http://schemas.openxmlformats.org/officeDocument/2006/relationships/tags" Target="../tags/tag253.xml"/><Relationship Id="rId4" Type="http://schemas.openxmlformats.org/officeDocument/2006/relationships/tags" Target="../tags/tag254.xml"/><Relationship Id="rId5" Type="http://schemas.openxmlformats.org/officeDocument/2006/relationships/tags" Target="../tags/tag255.xml"/><Relationship Id="rId6" Type="http://schemas.openxmlformats.org/officeDocument/2006/relationships/tags" Target="../tags/tag256.xml"/><Relationship Id="rId7" Type="http://schemas.openxmlformats.org/officeDocument/2006/relationships/tags" Target="../tags/tag257.xml"/><Relationship Id="rId8" Type="http://schemas.openxmlformats.org/officeDocument/2006/relationships/tags" Target="../tags/tag258.xml"/><Relationship Id="rId9" Type="http://schemas.openxmlformats.org/officeDocument/2006/relationships/tags" Target="../tags/tag259.xml"/><Relationship Id="rId10" Type="http://schemas.openxmlformats.org/officeDocument/2006/relationships/tags" Target="../tags/tag260.xml"/><Relationship Id="rId11" Type="http://schemas.openxmlformats.org/officeDocument/2006/relationships/tags" Target="../tags/tag261.xml"/><Relationship Id="rId12" Type="http://schemas.openxmlformats.org/officeDocument/2006/relationships/tags" Target="../tags/tag262.xml"/><Relationship Id="rId13" Type="http://schemas.openxmlformats.org/officeDocument/2006/relationships/tags" Target="../tags/tag263.xml"/><Relationship Id="rId14" Type="http://schemas.openxmlformats.org/officeDocument/2006/relationships/tags" Target="../tags/tag264.xml"/><Relationship Id="rId15" Type="http://schemas.openxmlformats.org/officeDocument/2006/relationships/tags" Target="../tags/tag265.xml"/><Relationship Id="rId16" Type="http://schemas.openxmlformats.org/officeDocument/2006/relationships/tags" Target="../tags/tag266.xml"/><Relationship Id="rId17" Type="http://schemas.openxmlformats.org/officeDocument/2006/relationships/tags" Target="../tags/tag267.xml"/><Relationship Id="rId18" Type="http://schemas.openxmlformats.org/officeDocument/2006/relationships/slideLayout" Target="../slideLayouts/slideLayout17.xml"/><Relationship Id="rId19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68.xml"/><Relationship Id="rId2" Type="http://schemas.openxmlformats.org/officeDocument/2006/relationships/tags" Target="../tags/tag269.xml"/><Relationship Id="rId3" Type="http://schemas.openxmlformats.org/officeDocument/2006/relationships/tags" Target="../tags/tag270.xml"/><Relationship Id="rId4" Type="http://schemas.openxmlformats.org/officeDocument/2006/relationships/tags" Target="../tags/tag271.xml"/><Relationship Id="rId5" Type="http://schemas.openxmlformats.org/officeDocument/2006/relationships/tags" Target="../tags/tag272.xml"/><Relationship Id="rId6" Type="http://schemas.openxmlformats.org/officeDocument/2006/relationships/tags" Target="../tags/tag273.xml"/><Relationship Id="rId7" Type="http://schemas.openxmlformats.org/officeDocument/2006/relationships/tags" Target="../tags/tag274.xml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tags" Target="../tags/tag275.xml"/><Relationship Id="rId11" Type="http://schemas.openxmlformats.org/officeDocument/2006/relationships/tags" Target="../tags/tag276.xml"/><Relationship Id="rId12" Type="http://schemas.openxmlformats.org/officeDocument/2006/relationships/tags" Target="../tags/tag277.xml"/><Relationship Id="rId13" Type="http://schemas.openxmlformats.org/officeDocument/2006/relationships/image" Target="../media/image15.png"/><Relationship Id="rId14" Type="http://schemas.openxmlformats.org/officeDocument/2006/relationships/image" Target="../media/image16.svg"/><Relationship Id="rId15" Type="http://schemas.openxmlformats.org/officeDocument/2006/relationships/tags" Target="../tags/tag278.xml"/><Relationship Id="rId16" Type="http://schemas.openxmlformats.org/officeDocument/2006/relationships/tags" Target="../tags/tag279.xml"/><Relationship Id="rId17" Type="http://schemas.openxmlformats.org/officeDocument/2006/relationships/tags" Target="../tags/tag280.xml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tags" Target="../tags/tag281.xml"/><Relationship Id="rId21" Type="http://schemas.openxmlformats.org/officeDocument/2006/relationships/tags" Target="../tags/tag282.xml"/><Relationship Id="rId22" Type="http://schemas.openxmlformats.org/officeDocument/2006/relationships/image" Target="../media/image19.png"/><Relationship Id="rId23" Type="http://schemas.openxmlformats.org/officeDocument/2006/relationships/image" Target="../media/image20.svg"/><Relationship Id="rId24" Type="http://schemas.openxmlformats.org/officeDocument/2006/relationships/tags" Target="../tags/tag283.xml"/><Relationship Id="rId25" Type="http://schemas.openxmlformats.org/officeDocument/2006/relationships/tags" Target="../tags/tag284.xml"/><Relationship Id="rId26" Type="http://schemas.openxmlformats.org/officeDocument/2006/relationships/tags" Target="../tags/tag285.xml"/><Relationship Id="rId27" Type="http://schemas.openxmlformats.org/officeDocument/2006/relationships/tags" Target="../tags/tag286.xml"/><Relationship Id="rId28" Type="http://schemas.openxmlformats.org/officeDocument/2006/relationships/tags" Target="../tags/tag287.xml"/><Relationship Id="rId29" Type="http://schemas.openxmlformats.org/officeDocument/2006/relationships/tags" Target="../tags/tag288.xml"/><Relationship Id="rId30" Type="http://schemas.openxmlformats.org/officeDocument/2006/relationships/slideLayout" Target="../slideLayouts/slideLayout25.xml"/><Relationship Id="rId31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89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slideLayout" Target="../slideLayouts/slideLayout43.xml"/><Relationship Id="rId2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90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23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31.png"/><Relationship Id="rId12" Type="http://schemas.openxmlformats.org/officeDocument/2006/relationships/image" Target="../media/image30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Relationship Id="rId20" Type="http://schemas.openxmlformats.org/officeDocument/2006/relationships/image" Target="../media/image55.png"/><Relationship Id="rId21" Type="http://schemas.openxmlformats.org/officeDocument/2006/relationships/image" Target="../media/image56.png"/><Relationship Id="rId22" Type="http://schemas.openxmlformats.org/officeDocument/2006/relationships/slideLayout" Target="../slideLayouts/slideLayout34.xml"/><Relationship Id="rId2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291.xml"/><Relationship Id="rId2" Type="http://schemas.openxmlformats.org/officeDocument/2006/relationships/image" Target="../media/image40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23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31.png"/><Relationship Id="rId13" Type="http://schemas.openxmlformats.org/officeDocument/2006/relationships/image" Target="../media/image30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Relationship Id="rId22" Type="http://schemas.openxmlformats.org/officeDocument/2006/relationships/slideLayout" Target="../slideLayouts/slideLayout52.xml"/><Relationship Id="rId2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23.png"/><Relationship Id="rId10" Type="http://schemas.openxmlformats.org/officeDocument/2006/relationships/image" Target="../media/image80.png"/><Relationship Id="rId11" Type="http://schemas.openxmlformats.org/officeDocument/2006/relationships/image" Target="../media/image31.png"/><Relationship Id="rId12" Type="http://schemas.openxmlformats.org/officeDocument/2006/relationships/image" Target="../media/image30.png"/><Relationship Id="rId13" Type="http://schemas.openxmlformats.org/officeDocument/2006/relationships/image" Target="../media/image81.png"/><Relationship Id="rId14" Type="http://schemas.openxmlformats.org/officeDocument/2006/relationships/tags" Target="../tags/tag293.xml"/><Relationship Id="rId15" Type="http://schemas.openxmlformats.org/officeDocument/2006/relationships/image" Target="../media/image82.png"/><Relationship Id="rId16" Type="http://schemas.openxmlformats.org/officeDocument/2006/relationships/tags" Target="../tags/tag294.xml"/><Relationship Id="rId17" Type="http://schemas.openxmlformats.org/officeDocument/2006/relationships/image" Target="../media/image83.png"/><Relationship Id="rId18" Type="http://schemas.openxmlformats.org/officeDocument/2006/relationships/tags" Target="../tags/tag295.xml"/><Relationship Id="rId19" Type="http://schemas.openxmlformats.org/officeDocument/2006/relationships/tags" Target="../tags/tag296.xml"/><Relationship Id="rId20" Type="http://schemas.openxmlformats.org/officeDocument/2006/relationships/tags" Target="../tags/tag297.xml"/><Relationship Id="rId21" Type="http://schemas.openxmlformats.org/officeDocument/2006/relationships/tags" Target="../tags/tag298.xml"/><Relationship Id="rId22" Type="http://schemas.openxmlformats.org/officeDocument/2006/relationships/tags" Target="../tags/tag299.xml"/><Relationship Id="rId23" Type="http://schemas.openxmlformats.org/officeDocument/2006/relationships/tags" Target="../tags/tag300.xml"/><Relationship Id="rId24" Type="http://schemas.openxmlformats.org/officeDocument/2006/relationships/tags" Target="../tags/tag301.xml"/><Relationship Id="rId25" Type="http://schemas.openxmlformats.org/officeDocument/2006/relationships/tags" Target="../tags/tag302.xml"/><Relationship Id="rId26" Type="http://schemas.openxmlformats.org/officeDocument/2006/relationships/tags" Target="../tags/tag303.xml"/><Relationship Id="rId27" Type="http://schemas.openxmlformats.org/officeDocument/2006/relationships/tags" Target="../tags/tag304.xml"/><Relationship Id="rId28" Type="http://schemas.openxmlformats.org/officeDocument/2006/relationships/tags" Target="../tags/tag305.xml"/><Relationship Id="rId29" Type="http://schemas.openxmlformats.org/officeDocument/2006/relationships/tags" Target="../tags/tag306.xml"/><Relationship Id="rId30" Type="http://schemas.openxmlformats.org/officeDocument/2006/relationships/tags" Target="../tags/tag307.xml"/><Relationship Id="rId31" Type="http://schemas.openxmlformats.org/officeDocument/2006/relationships/tags" Target="../tags/tag308.xml"/><Relationship Id="rId32" Type="http://schemas.openxmlformats.org/officeDocument/2006/relationships/tags" Target="../tags/tag309.xml"/><Relationship Id="rId33" Type="http://schemas.openxmlformats.org/officeDocument/2006/relationships/tags" Target="../tags/tag310.xml"/><Relationship Id="rId34" Type="http://schemas.openxmlformats.org/officeDocument/2006/relationships/tags" Target="../tags/tag311.xml"/><Relationship Id="rId35" Type="http://schemas.openxmlformats.org/officeDocument/2006/relationships/tags" Target="../tags/tag312.xml"/><Relationship Id="rId36" Type="http://schemas.openxmlformats.org/officeDocument/2006/relationships/slideLayout" Target="../slideLayouts/slideLayout61.xml"/><Relationship Id="rId37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image" Target="../media/image84.png"/><Relationship Id="rId3" Type="http://schemas.openxmlformats.org/officeDocument/2006/relationships/tags" Target="../tags/tag314.xml"/><Relationship Id="rId4" Type="http://schemas.openxmlformats.org/officeDocument/2006/relationships/image" Target="../media/image85.png"/><Relationship Id="rId5" Type="http://schemas.openxmlformats.org/officeDocument/2006/relationships/tags" Target="../tags/tag315.xml"/><Relationship Id="rId6" Type="http://schemas.openxmlformats.org/officeDocument/2006/relationships/image" Target="../media/image86.png"/><Relationship Id="rId7" Type="http://schemas.openxmlformats.org/officeDocument/2006/relationships/tags" Target="../tags/tag316.xml"/><Relationship Id="rId8" Type="http://schemas.openxmlformats.org/officeDocument/2006/relationships/image" Target="../media/image87.png"/><Relationship Id="rId9" Type="http://schemas.openxmlformats.org/officeDocument/2006/relationships/tags" Target="../tags/tag317.xml"/><Relationship Id="rId10" Type="http://schemas.openxmlformats.org/officeDocument/2006/relationships/image" Target="../media/image88.png"/><Relationship Id="rId11" Type="http://schemas.openxmlformats.org/officeDocument/2006/relationships/tags" Target="../tags/tag318.xml"/><Relationship Id="rId12" Type="http://schemas.openxmlformats.org/officeDocument/2006/relationships/tags" Target="../tags/tag319.xml"/><Relationship Id="rId13" Type="http://schemas.openxmlformats.org/officeDocument/2006/relationships/tags" Target="../tags/tag320.xml"/><Relationship Id="rId14" Type="http://schemas.openxmlformats.org/officeDocument/2006/relationships/tags" Target="../tags/tag321.xml"/><Relationship Id="rId15" Type="http://schemas.openxmlformats.org/officeDocument/2006/relationships/tags" Target="../tags/tag322.xml"/><Relationship Id="rId16" Type="http://schemas.openxmlformats.org/officeDocument/2006/relationships/tags" Target="../tags/tag323.xml"/><Relationship Id="rId17" Type="http://schemas.openxmlformats.org/officeDocument/2006/relationships/image" Target="../media/image89.png"/><Relationship Id="rId18" Type="http://schemas.openxmlformats.org/officeDocument/2006/relationships/tags" Target="../tags/tag324.xml"/><Relationship Id="rId19" Type="http://schemas.openxmlformats.org/officeDocument/2006/relationships/tags" Target="../tags/tag325.xml"/><Relationship Id="rId20" Type="http://schemas.openxmlformats.org/officeDocument/2006/relationships/tags" Target="../tags/tag326.xml"/><Relationship Id="rId21" Type="http://schemas.openxmlformats.org/officeDocument/2006/relationships/tags" Target="../tags/tag327.xml"/><Relationship Id="rId22" Type="http://schemas.openxmlformats.org/officeDocument/2006/relationships/tags" Target="../tags/tag328.xml"/><Relationship Id="rId23" Type="http://schemas.openxmlformats.org/officeDocument/2006/relationships/tags" Target="../tags/tag329.xml"/><Relationship Id="rId24" Type="http://schemas.openxmlformats.org/officeDocument/2006/relationships/image" Target="../media/image90.png"/><Relationship Id="rId25" Type="http://schemas.openxmlformats.org/officeDocument/2006/relationships/tags" Target="../tags/tag330.xml"/><Relationship Id="rId26" Type="http://schemas.openxmlformats.org/officeDocument/2006/relationships/tags" Target="../tags/tag331.xml"/><Relationship Id="rId27" Type="http://schemas.openxmlformats.org/officeDocument/2006/relationships/slideLayout" Target="../slideLayouts/slideLayout61.xml"/><Relationship Id="rId28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32.xml"/><Relationship Id="rId2" Type="http://schemas.openxmlformats.org/officeDocument/2006/relationships/tags" Target="../tags/tag333.xml"/><Relationship Id="rId3" Type="http://schemas.openxmlformats.org/officeDocument/2006/relationships/image" Target="../media/image91.jpeg"/><Relationship Id="rId4" Type="http://schemas.openxmlformats.org/officeDocument/2006/relationships/tags" Target="../tags/tag334.xml"/><Relationship Id="rId5" Type="http://schemas.openxmlformats.org/officeDocument/2006/relationships/image" Target="../media/image92.png"/><Relationship Id="rId6" Type="http://schemas.microsoft.com/office/2007/relationships/hdphoto" Target="../media/image93.wdp"/><Relationship Id="rId7" Type="http://schemas.openxmlformats.org/officeDocument/2006/relationships/tags" Target="../tags/tag335.xml"/><Relationship Id="rId8" Type="http://schemas.openxmlformats.org/officeDocument/2006/relationships/tags" Target="../tags/tag336.xml"/><Relationship Id="rId9" Type="http://schemas.openxmlformats.org/officeDocument/2006/relationships/tags" Target="../tags/tag337.xml"/><Relationship Id="rId10" Type="http://schemas.openxmlformats.org/officeDocument/2006/relationships/tags" Target="../tags/tag338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"/>
            <a:ext cx="12192318" cy="685817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037715"/>
            <a:ext cx="12192635" cy="3409950"/>
          </a:xfrm>
          <a:prstGeom prst="rect">
            <a:avLst/>
          </a:prstGeom>
          <a:solidFill>
            <a:srgbClr val="076655"/>
          </a:solidFill>
          <a:ln>
            <a:solidFill>
              <a:srgbClr val="0766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31"/>
          <p:cNvSpPr txBox="1">
            <a:spLocks noChangeArrowheads="1"/>
          </p:cNvSpPr>
          <p:nvPr/>
        </p:nvSpPr>
        <p:spPr bwMode="auto">
          <a:xfrm>
            <a:off x="146050" y="2551430"/>
            <a:ext cx="12219305" cy="144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313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pitchFamily="34" charset="-120"/>
                <a:sym typeface="+mn-ea"/>
              </a:rPr>
              <a:t>国网徐州公司徐州地区分布式新能源高渗透率地区110kV电网容载比弹性指标优化研究</a:t>
            </a:r>
            <a:endParaRPr lang="zh-CN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2703545" y="4540112"/>
            <a:ext cx="7285866" cy="50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algn="ctr"/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国网江苏电力设计咨询有限公司徐州勘测设计分公司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汇报人：许彦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2026.6.21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2259022"/>
            <a:ext cx="121923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0" y="5347834"/>
            <a:ext cx="121923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770120"/>
            <a:ext cx="12192000" cy="8908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Freeform 18"/>
          <p:cNvSpPr/>
          <p:nvPr>
            <p:custDataLst>
              <p:tags r:id="rId1"/>
            </p:custDataLst>
          </p:nvPr>
        </p:nvSpPr>
        <p:spPr bwMode="auto">
          <a:xfrm>
            <a:off x="5223748" y="1649231"/>
            <a:ext cx="631496" cy="631496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5 h 826"/>
              <a:gd name="T6" fmla="*/ 826 w 826"/>
              <a:gd name="T7" fmla="*/ 770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0 h 826"/>
              <a:gd name="T14" fmla="*/ 0 w 826"/>
              <a:gd name="T15" fmla="*/ 55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5"/>
                </a:cubicBezTo>
                <a:lnTo>
                  <a:pt x="826" y="770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0"/>
                </a:cubicBezTo>
                <a:lnTo>
                  <a:pt x="0" y="55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07" name="Freeform 22"/>
          <p:cNvSpPr/>
          <p:nvPr>
            <p:custDataLst>
              <p:tags r:id="rId2"/>
            </p:custDataLst>
          </p:nvPr>
        </p:nvSpPr>
        <p:spPr bwMode="auto">
          <a:xfrm>
            <a:off x="5235163" y="2566999"/>
            <a:ext cx="631496" cy="629909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6 h 826"/>
              <a:gd name="T6" fmla="*/ 826 w 826"/>
              <a:gd name="T7" fmla="*/ 771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1 h 826"/>
              <a:gd name="T14" fmla="*/ 0 w 826"/>
              <a:gd name="T15" fmla="*/ 56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6"/>
                </a:cubicBezTo>
                <a:lnTo>
                  <a:pt x="826" y="771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1"/>
                </a:cubicBezTo>
                <a:lnTo>
                  <a:pt x="0" y="56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13" name="TextBox 48"/>
          <p:cNvSpPr txBox="1"/>
          <p:nvPr>
            <p:custDataLst>
              <p:tags r:id="rId3"/>
            </p:custDataLst>
          </p:nvPr>
        </p:nvSpPr>
        <p:spPr>
          <a:xfrm>
            <a:off x="6175266" y="1710729"/>
            <a:ext cx="301144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00706B"/>
                </a:solidFill>
              </a:rPr>
              <a:t>项目目标</a:t>
            </a:r>
            <a:endParaRPr lang="zh-CN" altLang="en-US" sz="2800" dirty="0">
              <a:solidFill>
                <a:srgbClr val="00706B"/>
              </a:solidFill>
            </a:endParaRPr>
          </a:p>
        </p:txBody>
      </p:sp>
      <p:sp>
        <p:nvSpPr>
          <p:cNvPr id="115" name="TextBox 58"/>
          <p:cNvSpPr txBox="1"/>
          <p:nvPr>
            <p:custDataLst>
              <p:tags r:id="rId4"/>
            </p:custDataLst>
          </p:nvPr>
        </p:nvSpPr>
        <p:spPr>
          <a:xfrm>
            <a:off x="5365624" y="1641693"/>
            <a:ext cx="360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1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16" name="TextBox 59"/>
          <p:cNvSpPr txBox="1"/>
          <p:nvPr>
            <p:custDataLst>
              <p:tags r:id="rId5"/>
            </p:custDataLst>
          </p:nvPr>
        </p:nvSpPr>
        <p:spPr>
          <a:xfrm>
            <a:off x="5357906" y="2544025"/>
            <a:ext cx="417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19" name="Freeform 5"/>
          <p:cNvSpPr>
            <a:spLocks noEditPoints="1"/>
          </p:cNvSpPr>
          <p:nvPr/>
        </p:nvSpPr>
        <p:spPr bwMode="auto">
          <a:xfrm>
            <a:off x="2186495" y="2614383"/>
            <a:ext cx="2136161" cy="986992"/>
          </a:xfrm>
          <a:custGeom>
            <a:avLst/>
            <a:gdLst>
              <a:gd name="T0" fmla="*/ 469 w 1054"/>
              <a:gd name="T1" fmla="*/ 475 h 480"/>
              <a:gd name="T2" fmla="*/ 40 w 1054"/>
              <a:gd name="T3" fmla="*/ 7 h 480"/>
              <a:gd name="T4" fmla="*/ 332 w 1054"/>
              <a:gd name="T5" fmla="*/ 475 h 480"/>
              <a:gd name="T6" fmla="*/ 366 w 1054"/>
              <a:gd name="T7" fmla="*/ 475 h 480"/>
              <a:gd name="T8" fmla="*/ 389 w 1054"/>
              <a:gd name="T9" fmla="*/ 203 h 480"/>
              <a:gd name="T10" fmla="*/ 119 w 1054"/>
              <a:gd name="T11" fmla="*/ 278 h 480"/>
              <a:gd name="T12" fmla="*/ 108 w 1054"/>
              <a:gd name="T13" fmla="*/ 412 h 480"/>
              <a:gd name="T14" fmla="*/ 378 w 1054"/>
              <a:gd name="T15" fmla="*/ 341 h 480"/>
              <a:gd name="T16" fmla="*/ 108 w 1054"/>
              <a:gd name="T17" fmla="*/ 412 h 480"/>
              <a:gd name="T18" fmla="*/ 131 w 1054"/>
              <a:gd name="T19" fmla="*/ 140 h 480"/>
              <a:gd name="T20" fmla="*/ 401 w 1054"/>
              <a:gd name="T21" fmla="*/ 69 h 480"/>
              <a:gd name="T22" fmla="*/ 930 w 1054"/>
              <a:gd name="T23" fmla="*/ 473 h 480"/>
              <a:gd name="T24" fmla="*/ 1024 w 1054"/>
              <a:gd name="T25" fmla="*/ 429 h 480"/>
              <a:gd name="T26" fmla="*/ 939 w 1054"/>
              <a:gd name="T27" fmla="*/ 342 h 480"/>
              <a:gd name="T28" fmla="*/ 1035 w 1054"/>
              <a:gd name="T29" fmla="*/ 245 h 480"/>
              <a:gd name="T30" fmla="*/ 904 w 1054"/>
              <a:gd name="T31" fmla="*/ 295 h 480"/>
              <a:gd name="T32" fmla="*/ 841 w 1054"/>
              <a:gd name="T33" fmla="*/ 269 h 480"/>
              <a:gd name="T34" fmla="*/ 1049 w 1054"/>
              <a:gd name="T35" fmla="*/ 225 h 480"/>
              <a:gd name="T36" fmla="*/ 1007 w 1054"/>
              <a:gd name="T37" fmla="*/ 166 h 480"/>
              <a:gd name="T38" fmla="*/ 1022 w 1054"/>
              <a:gd name="T39" fmla="*/ 0 h 480"/>
              <a:gd name="T40" fmla="*/ 586 w 1054"/>
              <a:gd name="T41" fmla="*/ 59 h 480"/>
              <a:gd name="T42" fmla="*/ 916 w 1054"/>
              <a:gd name="T43" fmla="*/ 84 h 480"/>
              <a:gd name="T44" fmla="*/ 591 w 1054"/>
              <a:gd name="T45" fmla="*/ 144 h 480"/>
              <a:gd name="T46" fmla="*/ 909 w 1054"/>
              <a:gd name="T47" fmla="*/ 166 h 480"/>
              <a:gd name="T48" fmla="*/ 538 w 1054"/>
              <a:gd name="T49" fmla="*/ 225 h 480"/>
              <a:gd name="T50" fmla="*/ 725 w 1054"/>
              <a:gd name="T51" fmla="*/ 423 h 480"/>
              <a:gd name="T52" fmla="*/ 695 w 1054"/>
              <a:gd name="T53" fmla="*/ 480 h 480"/>
              <a:gd name="T54" fmla="*/ 835 w 1054"/>
              <a:gd name="T55" fmla="*/ 336 h 480"/>
              <a:gd name="T56" fmla="*/ 612 w 1054"/>
              <a:gd name="T57" fmla="*/ 473 h 480"/>
              <a:gd name="T58" fmla="*/ 525 w 1054"/>
              <a:gd name="T59" fmla="*/ 429 h 480"/>
              <a:gd name="T60" fmla="*/ 595 w 1054"/>
              <a:gd name="T61" fmla="*/ 360 h 480"/>
              <a:gd name="T62" fmla="*/ 612 w 1054"/>
              <a:gd name="T63" fmla="*/ 473 h 480"/>
              <a:gd name="T64" fmla="*/ 681 w 1054"/>
              <a:gd name="T65" fmla="*/ 338 h 480"/>
              <a:gd name="T66" fmla="*/ 687 w 1054"/>
              <a:gd name="T67" fmla="*/ 294 h 480"/>
              <a:gd name="T68" fmla="*/ 563 w 1054"/>
              <a:gd name="T69" fmla="*/ 24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4" h="480">
                <a:moveTo>
                  <a:pt x="366" y="475"/>
                </a:moveTo>
                <a:lnTo>
                  <a:pt x="469" y="475"/>
                </a:lnTo>
                <a:lnTo>
                  <a:pt x="509" y="7"/>
                </a:lnTo>
                <a:lnTo>
                  <a:pt x="40" y="7"/>
                </a:lnTo>
                <a:lnTo>
                  <a:pt x="0" y="475"/>
                </a:lnTo>
                <a:lnTo>
                  <a:pt x="332" y="475"/>
                </a:lnTo>
                <a:lnTo>
                  <a:pt x="372" y="412"/>
                </a:lnTo>
                <a:lnTo>
                  <a:pt x="366" y="475"/>
                </a:lnTo>
                <a:close/>
                <a:moveTo>
                  <a:pt x="125" y="203"/>
                </a:moveTo>
                <a:lnTo>
                  <a:pt x="389" y="203"/>
                </a:lnTo>
                <a:lnTo>
                  <a:pt x="383" y="278"/>
                </a:lnTo>
                <a:lnTo>
                  <a:pt x="119" y="278"/>
                </a:lnTo>
                <a:lnTo>
                  <a:pt x="125" y="203"/>
                </a:lnTo>
                <a:close/>
                <a:moveTo>
                  <a:pt x="108" y="412"/>
                </a:moveTo>
                <a:lnTo>
                  <a:pt x="114" y="341"/>
                </a:lnTo>
                <a:lnTo>
                  <a:pt x="378" y="341"/>
                </a:lnTo>
                <a:lnTo>
                  <a:pt x="372" y="412"/>
                </a:lnTo>
                <a:lnTo>
                  <a:pt x="108" y="412"/>
                </a:lnTo>
                <a:close/>
                <a:moveTo>
                  <a:pt x="395" y="140"/>
                </a:moveTo>
                <a:lnTo>
                  <a:pt x="131" y="140"/>
                </a:lnTo>
                <a:lnTo>
                  <a:pt x="137" y="69"/>
                </a:lnTo>
                <a:lnTo>
                  <a:pt x="401" y="69"/>
                </a:lnTo>
                <a:lnTo>
                  <a:pt x="395" y="140"/>
                </a:lnTo>
                <a:close/>
                <a:moveTo>
                  <a:pt x="930" y="473"/>
                </a:moveTo>
                <a:lnTo>
                  <a:pt x="1006" y="473"/>
                </a:lnTo>
                <a:lnTo>
                  <a:pt x="1024" y="429"/>
                </a:lnTo>
                <a:lnTo>
                  <a:pt x="1003" y="429"/>
                </a:lnTo>
                <a:lnTo>
                  <a:pt x="939" y="342"/>
                </a:lnTo>
                <a:lnTo>
                  <a:pt x="972" y="342"/>
                </a:lnTo>
                <a:lnTo>
                  <a:pt x="1035" y="245"/>
                </a:lnTo>
                <a:lnTo>
                  <a:pt x="939" y="245"/>
                </a:lnTo>
                <a:lnTo>
                  <a:pt x="904" y="295"/>
                </a:lnTo>
                <a:lnTo>
                  <a:pt x="885" y="269"/>
                </a:lnTo>
                <a:lnTo>
                  <a:pt x="841" y="269"/>
                </a:lnTo>
                <a:lnTo>
                  <a:pt x="844" y="225"/>
                </a:lnTo>
                <a:lnTo>
                  <a:pt x="1049" y="225"/>
                </a:lnTo>
                <a:lnTo>
                  <a:pt x="1054" y="166"/>
                </a:lnTo>
                <a:lnTo>
                  <a:pt x="1007" y="166"/>
                </a:lnTo>
                <a:lnTo>
                  <a:pt x="1016" y="59"/>
                </a:lnTo>
                <a:lnTo>
                  <a:pt x="1022" y="0"/>
                </a:lnTo>
                <a:lnTo>
                  <a:pt x="591" y="0"/>
                </a:lnTo>
                <a:lnTo>
                  <a:pt x="586" y="59"/>
                </a:lnTo>
                <a:lnTo>
                  <a:pt x="918" y="59"/>
                </a:lnTo>
                <a:lnTo>
                  <a:pt x="916" y="84"/>
                </a:lnTo>
                <a:lnTo>
                  <a:pt x="596" y="84"/>
                </a:lnTo>
                <a:lnTo>
                  <a:pt x="591" y="144"/>
                </a:lnTo>
                <a:lnTo>
                  <a:pt x="911" y="144"/>
                </a:lnTo>
                <a:lnTo>
                  <a:pt x="909" y="166"/>
                </a:lnTo>
                <a:lnTo>
                  <a:pt x="543" y="166"/>
                </a:lnTo>
                <a:lnTo>
                  <a:pt x="538" y="225"/>
                </a:lnTo>
                <a:lnTo>
                  <a:pt x="742" y="225"/>
                </a:lnTo>
                <a:lnTo>
                  <a:pt x="725" y="423"/>
                </a:lnTo>
                <a:lnTo>
                  <a:pt x="682" y="423"/>
                </a:lnTo>
                <a:lnTo>
                  <a:pt x="695" y="480"/>
                </a:lnTo>
                <a:lnTo>
                  <a:pt x="823" y="480"/>
                </a:lnTo>
                <a:lnTo>
                  <a:pt x="835" y="336"/>
                </a:lnTo>
                <a:lnTo>
                  <a:pt x="930" y="473"/>
                </a:lnTo>
                <a:close/>
                <a:moveTo>
                  <a:pt x="612" y="473"/>
                </a:moveTo>
                <a:lnTo>
                  <a:pt x="536" y="473"/>
                </a:lnTo>
                <a:lnTo>
                  <a:pt x="525" y="429"/>
                </a:lnTo>
                <a:lnTo>
                  <a:pt x="545" y="429"/>
                </a:lnTo>
                <a:lnTo>
                  <a:pt x="595" y="360"/>
                </a:lnTo>
                <a:lnTo>
                  <a:pt x="692" y="360"/>
                </a:lnTo>
                <a:lnTo>
                  <a:pt x="612" y="473"/>
                </a:lnTo>
                <a:close/>
                <a:moveTo>
                  <a:pt x="610" y="338"/>
                </a:moveTo>
                <a:lnTo>
                  <a:pt x="681" y="338"/>
                </a:lnTo>
                <a:lnTo>
                  <a:pt x="699" y="294"/>
                </a:lnTo>
                <a:lnTo>
                  <a:pt x="687" y="294"/>
                </a:lnTo>
                <a:lnTo>
                  <a:pt x="659" y="240"/>
                </a:lnTo>
                <a:lnTo>
                  <a:pt x="563" y="240"/>
                </a:lnTo>
                <a:lnTo>
                  <a:pt x="610" y="33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t" anchorCtr="0" forceAA="0" compatLnSpc="1">
            <a:noAutofit/>
          </a:bodyPr>
          <a:lstStyle/>
          <a:p>
            <a:endParaRPr lang="zh-CN" altLang="en-US" sz="8800">
              <a:solidFill>
                <a:schemeClr val="bg2"/>
              </a:solidFill>
              <a:cs typeface="+mn-ea"/>
            </a:endParaRPr>
          </a:p>
        </p:txBody>
      </p:sp>
      <p:sp>
        <p:nvSpPr>
          <p:cNvPr id="120" name="Freeform 6"/>
          <p:cNvSpPr>
            <a:spLocks noEditPoints="1"/>
          </p:cNvSpPr>
          <p:nvPr/>
        </p:nvSpPr>
        <p:spPr bwMode="auto">
          <a:xfrm>
            <a:off x="2040577" y="3708930"/>
            <a:ext cx="2256327" cy="450569"/>
          </a:xfrm>
          <a:custGeom>
            <a:avLst/>
            <a:gdLst>
              <a:gd name="T0" fmla="*/ 23 w 1184"/>
              <a:gd name="T1" fmla="*/ 145 h 202"/>
              <a:gd name="T2" fmla="*/ 77 w 1184"/>
              <a:gd name="T3" fmla="*/ 19 h 202"/>
              <a:gd name="T4" fmla="*/ 140 w 1184"/>
              <a:gd name="T5" fmla="*/ 0 h 202"/>
              <a:gd name="T6" fmla="*/ 14 w 1184"/>
              <a:gd name="T7" fmla="*/ 52 h 202"/>
              <a:gd name="T8" fmla="*/ 58 w 1184"/>
              <a:gd name="T9" fmla="*/ 202 h 202"/>
              <a:gd name="T10" fmla="*/ 122 w 1184"/>
              <a:gd name="T11" fmla="*/ 182 h 202"/>
              <a:gd name="T12" fmla="*/ 240 w 1184"/>
              <a:gd name="T13" fmla="*/ 182 h 202"/>
              <a:gd name="T14" fmla="*/ 172 w 1184"/>
              <a:gd name="T15" fmla="*/ 170 h 202"/>
              <a:gd name="T16" fmla="*/ 200 w 1184"/>
              <a:gd name="T17" fmla="*/ 19 h 202"/>
              <a:gd name="T18" fmla="*/ 267 w 1184"/>
              <a:gd name="T19" fmla="*/ 34 h 202"/>
              <a:gd name="T20" fmla="*/ 240 w 1184"/>
              <a:gd name="T21" fmla="*/ 182 h 202"/>
              <a:gd name="T22" fmla="*/ 152 w 1184"/>
              <a:gd name="T23" fmla="*/ 178 h 202"/>
              <a:gd name="T24" fmla="*/ 250 w 1184"/>
              <a:gd name="T25" fmla="*/ 202 h 202"/>
              <a:gd name="T26" fmla="*/ 289 w 1184"/>
              <a:gd name="T27" fmla="*/ 21 h 202"/>
              <a:gd name="T28" fmla="*/ 191 w 1184"/>
              <a:gd name="T29" fmla="*/ 0 h 202"/>
              <a:gd name="T30" fmla="*/ 419 w 1184"/>
              <a:gd name="T31" fmla="*/ 202 h 202"/>
              <a:gd name="T32" fmla="*/ 418 w 1184"/>
              <a:gd name="T33" fmla="*/ 0 h 202"/>
              <a:gd name="T34" fmla="*/ 323 w 1184"/>
              <a:gd name="T35" fmla="*/ 21 h 202"/>
              <a:gd name="T36" fmla="*/ 397 w 1184"/>
              <a:gd name="T37" fmla="*/ 202 h 202"/>
              <a:gd name="T38" fmla="*/ 321 w 1184"/>
              <a:gd name="T39" fmla="*/ 33 h 202"/>
              <a:gd name="T40" fmla="*/ 325 w 1184"/>
              <a:gd name="T41" fmla="*/ 202 h 202"/>
              <a:gd name="T42" fmla="*/ 321 w 1184"/>
              <a:gd name="T43" fmla="*/ 33 h 202"/>
              <a:gd name="T44" fmla="*/ 545 w 1184"/>
              <a:gd name="T45" fmla="*/ 19 h 202"/>
              <a:gd name="T46" fmla="*/ 596 w 1184"/>
              <a:gd name="T47" fmla="*/ 0 h 202"/>
              <a:gd name="T48" fmla="*/ 473 w 1184"/>
              <a:gd name="T49" fmla="*/ 19 h 202"/>
              <a:gd name="T50" fmla="*/ 505 w 1184"/>
              <a:gd name="T51" fmla="*/ 202 h 202"/>
              <a:gd name="T52" fmla="*/ 713 w 1184"/>
              <a:gd name="T53" fmla="*/ 91 h 202"/>
              <a:gd name="T54" fmla="*/ 641 w 1184"/>
              <a:gd name="T55" fmla="*/ 111 h 202"/>
              <a:gd name="T56" fmla="*/ 713 w 1184"/>
              <a:gd name="T57" fmla="*/ 91 h 202"/>
              <a:gd name="T58" fmla="*/ 638 w 1184"/>
              <a:gd name="T59" fmla="*/ 19 h 202"/>
              <a:gd name="T60" fmla="*/ 742 w 1184"/>
              <a:gd name="T61" fmla="*/ 0 h 202"/>
              <a:gd name="T62" fmla="*/ 619 w 1184"/>
              <a:gd name="T63" fmla="*/ 19 h 202"/>
              <a:gd name="T64" fmla="*/ 618 w 1184"/>
              <a:gd name="T65" fmla="*/ 202 h 202"/>
              <a:gd name="T66" fmla="*/ 722 w 1184"/>
              <a:gd name="T67" fmla="*/ 182 h 202"/>
              <a:gd name="T68" fmla="*/ 861 w 1184"/>
              <a:gd name="T69" fmla="*/ 202 h 202"/>
              <a:gd name="T70" fmla="*/ 860 w 1184"/>
              <a:gd name="T71" fmla="*/ 0 h 202"/>
              <a:gd name="T72" fmla="*/ 764 w 1184"/>
              <a:gd name="T73" fmla="*/ 21 h 202"/>
              <a:gd name="T74" fmla="*/ 839 w 1184"/>
              <a:gd name="T75" fmla="*/ 202 h 202"/>
              <a:gd name="T76" fmla="*/ 763 w 1184"/>
              <a:gd name="T77" fmla="*/ 33 h 202"/>
              <a:gd name="T78" fmla="*/ 767 w 1184"/>
              <a:gd name="T79" fmla="*/ 202 h 202"/>
              <a:gd name="T80" fmla="*/ 763 w 1184"/>
              <a:gd name="T81" fmla="*/ 33 h 202"/>
              <a:gd name="T82" fmla="*/ 987 w 1184"/>
              <a:gd name="T83" fmla="*/ 19 h 202"/>
              <a:gd name="T84" fmla="*/ 1037 w 1184"/>
              <a:gd name="T85" fmla="*/ 0 h 202"/>
              <a:gd name="T86" fmla="*/ 914 w 1184"/>
              <a:gd name="T87" fmla="*/ 19 h 202"/>
              <a:gd name="T88" fmla="*/ 947 w 1184"/>
              <a:gd name="T89" fmla="*/ 202 h 202"/>
              <a:gd name="T90" fmla="*/ 1103 w 1184"/>
              <a:gd name="T91" fmla="*/ 182 h 202"/>
              <a:gd name="T92" fmla="*/ 1041 w 1184"/>
              <a:gd name="T93" fmla="*/ 202 h 202"/>
              <a:gd name="T94" fmla="*/ 1168 w 1184"/>
              <a:gd name="T95" fmla="*/ 149 h 202"/>
              <a:gd name="T96" fmla="*/ 1100 w 1184"/>
              <a:gd name="T97" fmla="*/ 81 h 202"/>
              <a:gd name="T98" fmla="*/ 1121 w 1184"/>
              <a:gd name="T99" fmla="*/ 19 h 202"/>
              <a:gd name="T100" fmla="*/ 1184 w 1184"/>
              <a:gd name="T101" fmla="*/ 0 h 202"/>
              <a:gd name="T102" fmla="*/ 1057 w 1184"/>
              <a:gd name="T103" fmla="*/ 52 h 202"/>
              <a:gd name="T104" fmla="*/ 1125 w 1184"/>
              <a:gd name="T105" fmla="*/ 118 h 202"/>
              <a:gd name="T106" fmla="*/ 1103 w 1184"/>
              <a:gd name="T107" fmla="*/ 18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4" h="202">
                <a:moveTo>
                  <a:pt x="60" y="182"/>
                </a:moveTo>
                <a:cubicBezTo>
                  <a:pt x="33" y="182"/>
                  <a:pt x="21" y="170"/>
                  <a:pt x="23" y="145"/>
                </a:cubicBezTo>
                <a:lnTo>
                  <a:pt x="33" y="53"/>
                </a:lnTo>
                <a:cubicBezTo>
                  <a:pt x="36" y="30"/>
                  <a:pt x="50" y="19"/>
                  <a:pt x="77" y="19"/>
                </a:cubicBezTo>
                <a:lnTo>
                  <a:pt x="138" y="19"/>
                </a:lnTo>
                <a:lnTo>
                  <a:pt x="140" y="0"/>
                </a:lnTo>
                <a:lnTo>
                  <a:pt x="80" y="0"/>
                </a:lnTo>
                <a:cubicBezTo>
                  <a:pt x="40" y="0"/>
                  <a:pt x="18" y="17"/>
                  <a:pt x="14" y="52"/>
                </a:cubicBezTo>
                <a:lnTo>
                  <a:pt x="3" y="150"/>
                </a:lnTo>
                <a:cubicBezTo>
                  <a:pt x="0" y="185"/>
                  <a:pt x="18" y="202"/>
                  <a:pt x="58" y="202"/>
                </a:cubicBezTo>
                <a:lnTo>
                  <a:pt x="120" y="202"/>
                </a:lnTo>
                <a:lnTo>
                  <a:pt x="122" y="182"/>
                </a:lnTo>
                <a:lnTo>
                  <a:pt x="60" y="182"/>
                </a:lnTo>
                <a:close/>
                <a:moveTo>
                  <a:pt x="240" y="182"/>
                </a:moveTo>
                <a:lnTo>
                  <a:pt x="183" y="182"/>
                </a:lnTo>
                <a:cubicBezTo>
                  <a:pt x="175" y="182"/>
                  <a:pt x="171" y="178"/>
                  <a:pt x="172" y="170"/>
                </a:cubicBezTo>
                <a:lnTo>
                  <a:pt x="187" y="33"/>
                </a:lnTo>
                <a:cubicBezTo>
                  <a:pt x="188" y="23"/>
                  <a:pt x="192" y="19"/>
                  <a:pt x="200" y="19"/>
                </a:cubicBezTo>
                <a:lnTo>
                  <a:pt x="257" y="19"/>
                </a:lnTo>
                <a:cubicBezTo>
                  <a:pt x="265" y="19"/>
                  <a:pt x="269" y="24"/>
                  <a:pt x="267" y="34"/>
                </a:cubicBezTo>
                <a:lnTo>
                  <a:pt x="253" y="169"/>
                </a:lnTo>
                <a:cubicBezTo>
                  <a:pt x="252" y="178"/>
                  <a:pt x="248" y="182"/>
                  <a:pt x="240" y="182"/>
                </a:cubicBezTo>
                <a:close/>
                <a:moveTo>
                  <a:pt x="168" y="22"/>
                </a:moveTo>
                <a:lnTo>
                  <a:pt x="152" y="178"/>
                </a:lnTo>
                <a:cubicBezTo>
                  <a:pt x="150" y="194"/>
                  <a:pt x="156" y="202"/>
                  <a:pt x="171" y="202"/>
                </a:cubicBezTo>
                <a:lnTo>
                  <a:pt x="250" y="202"/>
                </a:lnTo>
                <a:cubicBezTo>
                  <a:pt x="263" y="202"/>
                  <a:pt x="271" y="195"/>
                  <a:pt x="272" y="181"/>
                </a:cubicBezTo>
                <a:lnTo>
                  <a:pt x="289" y="21"/>
                </a:lnTo>
                <a:cubicBezTo>
                  <a:pt x="289" y="9"/>
                  <a:pt x="283" y="1"/>
                  <a:pt x="270" y="0"/>
                </a:cubicBezTo>
                <a:lnTo>
                  <a:pt x="191" y="0"/>
                </a:lnTo>
                <a:cubicBezTo>
                  <a:pt x="177" y="0"/>
                  <a:pt x="170" y="7"/>
                  <a:pt x="168" y="22"/>
                </a:cubicBezTo>
                <a:close/>
                <a:moveTo>
                  <a:pt x="419" y="202"/>
                </a:moveTo>
                <a:lnTo>
                  <a:pt x="438" y="21"/>
                </a:lnTo>
                <a:cubicBezTo>
                  <a:pt x="440" y="7"/>
                  <a:pt x="433" y="0"/>
                  <a:pt x="418" y="0"/>
                </a:cubicBezTo>
                <a:lnTo>
                  <a:pt x="325" y="0"/>
                </a:lnTo>
                <a:lnTo>
                  <a:pt x="323" y="21"/>
                </a:lnTo>
                <a:lnTo>
                  <a:pt x="417" y="21"/>
                </a:lnTo>
                <a:lnTo>
                  <a:pt x="397" y="202"/>
                </a:lnTo>
                <a:lnTo>
                  <a:pt x="419" y="202"/>
                </a:lnTo>
                <a:close/>
                <a:moveTo>
                  <a:pt x="321" y="33"/>
                </a:moveTo>
                <a:lnTo>
                  <a:pt x="303" y="202"/>
                </a:lnTo>
                <a:lnTo>
                  <a:pt x="325" y="202"/>
                </a:lnTo>
                <a:lnTo>
                  <a:pt x="344" y="33"/>
                </a:lnTo>
                <a:lnTo>
                  <a:pt x="321" y="33"/>
                </a:lnTo>
                <a:close/>
                <a:moveTo>
                  <a:pt x="525" y="202"/>
                </a:moveTo>
                <a:lnTo>
                  <a:pt x="545" y="19"/>
                </a:lnTo>
                <a:lnTo>
                  <a:pt x="594" y="19"/>
                </a:lnTo>
                <a:lnTo>
                  <a:pt x="596" y="0"/>
                </a:lnTo>
                <a:lnTo>
                  <a:pt x="475" y="0"/>
                </a:lnTo>
                <a:lnTo>
                  <a:pt x="473" y="19"/>
                </a:lnTo>
                <a:lnTo>
                  <a:pt x="525" y="19"/>
                </a:lnTo>
                <a:lnTo>
                  <a:pt x="505" y="202"/>
                </a:lnTo>
                <a:lnTo>
                  <a:pt x="525" y="202"/>
                </a:lnTo>
                <a:close/>
                <a:moveTo>
                  <a:pt x="713" y="91"/>
                </a:moveTo>
                <a:lnTo>
                  <a:pt x="643" y="91"/>
                </a:lnTo>
                <a:lnTo>
                  <a:pt x="641" y="111"/>
                </a:lnTo>
                <a:lnTo>
                  <a:pt x="711" y="111"/>
                </a:lnTo>
                <a:lnTo>
                  <a:pt x="713" y="91"/>
                </a:lnTo>
                <a:close/>
                <a:moveTo>
                  <a:pt x="621" y="182"/>
                </a:moveTo>
                <a:lnTo>
                  <a:pt x="638" y="19"/>
                </a:lnTo>
                <a:lnTo>
                  <a:pt x="740" y="19"/>
                </a:lnTo>
                <a:lnTo>
                  <a:pt x="742" y="0"/>
                </a:lnTo>
                <a:lnTo>
                  <a:pt x="640" y="0"/>
                </a:lnTo>
                <a:cubicBezTo>
                  <a:pt x="627" y="0"/>
                  <a:pt x="620" y="6"/>
                  <a:pt x="619" y="19"/>
                </a:cubicBezTo>
                <a:lnTo>
                  <a:pt x="601" y="183"/>
                </a:lnTo>
                <a:cubicBezTo>
                  <a:pt x="600" y="196"/>
                  <a:pt x="606" y="202"/>
                  <a:pt x="618" y="202"/>
                </a:cubicBezTo>
                <a:lnTo>
                  <a:pt x="720" y="202"/>
                </a:lnTo>
                <a:lnTo>
                  <a:pt x="722" y="182"/>
                </a:lnTo>
                <a:lnTo>
                  <a:pt x="621" y="182"/>
                </a:lnTo>
                <a:close/>
                <a:moveTo>
                  <a:pt x="861" y="202"/>
                </a:moveTo>
                <a:lnTo>
                  <a:pt x="880" y="21"/>
                </a:lnTo>
                <a:cubicBezTo>
                  <a:pt x="882" y="7"/>
                  <a:pt x="875" y="0"/>
                  <a:pt x="860" y="0"/>
                </a:cubicBezTo>
                <a:lnTo>
                  <a:pt x="767" y="0"/>
                </a:lnTo>
                <a:lnTo>
                  <a:pt x="764" y="21"/>
                </a:lnTo>
                <a:lnTo>
                  <a:pt x="859" y="21"/>
                </a:lnTo>
                <a:lnTo>
                  <a:pt x="839" y="202"/>
                </a:lnTo>
                <a:lnTo>
                  <a:pt x="861" y="202"/>
                </a:lnTo>
                <a:close/>
                <a:moveTo>
                  <a:pt x="763" y="33"/>
                </a:moveTo>
                <a:lnTo>
                  <a:pt x="745" y="202"/>
                </a:lnTo>
                <a:lnTo>
                  <a:pt x="767" y="202"/>
                </a:lnTo>
                <a:lnTo>
                  <a:pt x="785" y="33"/>
                </a:lnTo>
                <a:lnTo>
                  <a:pt x="763" y="33"/>
                </a:lnTo>
                <a:close/>
                <a:moveTo>
                  <a:pt x="967" y="202"/>
                </a:moveTo>
                <a:lnTo>
                  <a:pt x="987" y="19"/>
                </a:lnTo>
                <a:lnTo>
                  <a:pt x="1035" y="19"/>
                </a:lnTo>
                <a:lnTo>
                  <a:pt x="1037" y="0"/>
                </a:lnTo>
                <a:lnTo>
                  <a:pt x="917" y="0"/>
                </a:lnTo>
                <a:lnTo>
                  <a:pt x="914" y="19"/>
                </a:lnTo>
                <a:lnTo>
                  <a:pt x="966" y="19"/>
                </a:lnTo>
                <a:lnTo>
                  <a:pt x="947" y="202"/>
                </a:lnTo>
                <a:lnTo>
                  <a:pt x="967" y="202"/>
                </a:lnTo>
                <a:close/>
                <a:moveTo>
                  <a:pt x="1103" y="182"/>
                </a:moveTo>
                <a:lnTo>
                  <a:pt x="1043" y="182"/>
                </a:lnTo>
                <a:lnTo>
                  <a:pt x="1041" y="202"/>
                </a:lnTo>
                <a:lnTo>
                  <a:pt x="1102" y="202"/>
                </a:lnTo>
                <a:cubicBezTo>
                  <a:pt x="1142" y="202"/>
                  <a:pt x="1164" y="185"/>
                  <a:pt x="1168" y="149"/>
                </a:cubicBezTo>
                <a:cubicBezTo>
                  <a:pt x="1170" y="127"/>
                  <a:pt x="1162" y="112"/>
                  <a:pt x="1145" y="104"/>
                </a:cubicBezTo>
                <a:lnTo>
                  <a:pt x="1100" y="81"/>
                </a:lnTo>
                <a:cubicBezTo>
                  <a:pt x="1083" y="73"/>
                  <a:pt x="1075" y="64"/>
                  <a:pt x="1076" y="53"/>
                </a:cubicBezTo>
                <a:cubicBezTo>
                  <a:pt x="1079" y="30"/>
                  <a:pt x="1094" y="19"/>
                  <a:pt x="1121" y="19"/>
                </a:cubicBezTo>
                <a:lnTo>
                  <a:pt x="1182" y="19"/>
                </a:lnTo>
                <a:lnTo>
                  <a:pt x="1184" y="0"/>
                </a:lnTo>
                <a:lnTo>
                  <a:pt x="1123" y="0"/>
                </a:lnTo>
                <a:cubicBezTo>
                  <a:pt x="1083" y="0"/>
                  <a:pt x="1061" y="17"/>
                  <a:pt x="1057" y="52"/>
                </a:cubicBezTo>
                <a:cubicBezTo>
                  <a:pt x="1056" y="69"/>
                  <a:pt x="1063" y="83"/>
                  <a:pt x="1079" y="95"/>
                </a:cubicBezTo>
                <a:cubicBezTo>
                  <a:pt x="1086" y="98"/>
                  <a:pt x="1102" y="106"/>
                  <a:pt x="1125" y="118"/>
                </a:cubicBezTo>
                <a:cubicBezTo>
                  <a:pt x="1141" y="127"/>
                  <a:pt x="1149" y="136"/>
                  <a:pt x="1148" y="146"/>
                </a:cubicBezTo>
                <a:cubicBezTo>
                  <a:pt x="1145" y="170"/>
                  <a:pt x="1130" y="182"/>
                  <a:pt x="1103" y="182"/>
                </a:cubicBezTo>
                <a:close/>
              </a:path>
            </a:pathLst>
          </a:custGeom>
          <a:solidFill>
            <a:srgbClr val="00706B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5335">
              <a:solidFill>
                <a:srgbClr val="00706B"/>
              </a:solidFill>
            </a:endParaRPr>
          </a:p>
        </p:txBody>
      </p:sp>
      <p:sp>
        <p:nvSpPr>
          <p:cNvPr id="3" name="TextBox 48"/>
          <p:cNvSpPr txBox="1"/>
          <p:nvPr>
            <p:custDataLst>
              <p:tags r:id="rId6"/>
            </p:custDataLst>
          </p:nvPr>
        </p:nvSpPr>
        <p:spPr>
          <a:xfrm>
            <a:off x="6175266" y="2667360"/>
            <a:ext cx="301144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关键点与难点</a:t>
            </a:r>
            <a:endParaRPr lang="zh-CN" altLang="en-US" dirty="0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175375" y="3608705"/>
            <a:ext cx="301117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项目技术路线</a:t>
            </a:r>
            <a:endParaRPr lang="zh-CN" altLang="en-US" dirty="0"/>
          </a:p>
        </p:txBody>
      </p:sp>
      <p:sp>
        <p:nvSpPr>
          <p:cNvPr id="9" name="Freeform 18"/>
          <p:cNvSpPr/>
          <p:nvPr>
            <p:custDataLst>
              <p:tags r:id="rId8"/>
            </p:custDataLst>
          </p:nvPr>
        </p:nvSpPr>
        <p:spPr bwMode="auto">
          <a:xfrm>
            <a:off x="5223748" y="3477046"/>
            <a:ext cx="631496" cy="631496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5 h 826"/>
              <a:gd name="T6" fmla="*/ 826 w 826"/>
              <a:gd name="T7" fmla="*/ 770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0 h 826"/>
              <a:gd name="T14" fmla="*/ 0 w 826"/>
              <a:gd name="T15" fmla="*/ 55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5"/>
                </a:cubicBezTo>
                <a:lnTo>
                  <a:pt x="826" y="770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0"/>
                </a:cubicBezTo>
                <a:lnTo>
                  <a:pt x="0" y="55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0" name="Freeform 22"/>
          <p:cNvSpPr/>
          <p:nvPr>
            <p:custDataLst>
              <p:tags r:id="rId9"/>
            </p:custDataLst>
          </p:nvPr>
        </p:nvSpPr>
        <p:spPr bwMode="auto">
          <a:xfrm>
            <a:off x="5235163" y="4417961"/>
            <a:ext cx="631496" cy="629909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6 h 826"/>
              <a:gd name="T6" fmla="*/ 826 w 826"/>
              <a:gd name="T7" fmla="*/ 771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1 h 826"/>
              <a:gd name="T14" fmla="*/ 0 w 826"/>
              <a:gd name="T15" fmla="*/ 56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6"/>
                </a:cubicBezTo>
                <a:lnTo>
                  <a:pt x="826" y="771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1"/>
                </a:cubicBezTo>
                <a:lnTo>
                  <a:pt x="0" y="56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1" name="TextBox 58"/>
          <p:cNvSpPr txBox="1"/>
          <p:nvPr>
            <p:custDataLst>
              <p:tags r:id="rId10"/>
            </p:custDataLst>
          </p:nvPr>
        </p:nvSpPr>
        <p:spPr>
          <a:xfrm>
            <a:off x="5331159" y="3469508"/>
            <a:ext cx="429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3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2" name="TextBox 59"/>
          <p:cNvSpPr txBox="1"/>
          <p:nvPr>
            <p:custDataLst>
              <p:tags r:id="rId11"/>
            </p:custDataLst>
          </p:nvPr>
        </p:nvSpPr>
        <p:spPr>
          <a:xfrm>
            <a:off x="5357906" y="4394987"/>
            <a:ext cx="417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4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6175375" y="4531995"/>
            <a:ext cx="314261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项目创新点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bldLvl="0" animBg="1"/>
      <p:bldP spid="107" grpId="0" bldLvl="0" animBg="1"/>
      <p:bldP spid="113" grpId="0"/>
      <p:bldP spid="115" grpId="0"/>
      <p:bldP spid="116" grpId="0"/>
      <p:bldP spid="119" grpId="0" animBg="1"/>
      <p:bldP spid="120" grpId="0" animBg="1"/>
      <p:bldP spid="3" grpId="0"/>
      <p:bldP spid="8" grpId="0"/>
      <p:bldP spid="9" grpId="0" bldLvl="0" animBg="1"/>
      <p:bldP spid="10" grpId="0" bldLvl="0" animBg="1"/>
      <p:bldP spid="11" grpId="0"/>
      <p:bldP spid="12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lang="zh-CN" altLang="en-US"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项目目标</a:t>
            </a:r>
            <a:endParaRPr lang="zh-CN" altLang="en-US"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5010" y="1037590"/>
            <a:ext cx="10761980" cy="6064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2969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徐州地区分布式新能源高渗透率地区110kV电网容载比弹性指标优化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endParaRPr lang="zh-CN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1" name="矩形: 圆角 180"/>
          <p:cNvSpPr/>
          <p:nvPr>
            <p:custDataLst>
              <p:tags r:id="rId2"/>
            </p:custDataLst>
          </p:nvPr>
        </p:nvSpPr>
        <p:spPr>
          <a:xfrm>
            <a:off x="9109075" y="2155190"/>
            <a:ext cx="2621915" cy="3651885"/>
          </a:xfrm>
          <a:prstGeom prst="roundRect">
            <a:avLst>
              <a:gd name="adj" fmla="val 10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矩形 172"/>
          <p:cNvSpPr/>
          <p:nvPr>
            <p:custDataLst>
              <p:tags r:id="rId3"/>
            </p:custDataLst>
          </p:nvPr>
        </p:nvSpPr>
        <p:spPr>
          <a:xfrm>
            <a:off x="9108440" y="2324100"/>
            <a:ext cx="2622550" cy="9017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4"/>
            </p:custDataLst>
          </p:nvPr>
        </p:nvSpPr>
        <p:spPr>
          <a:xfrm>
            <a:off x="9296400" y="3235960"/>
            <a:ext cx="2335530" cy="25844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l">
              <a:buNone/>
            </a:pP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运用层次分析等方法确定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新能源增长率、负荷增长率、线路建设成本等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指标权重，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提出一片一策的弹性容载比规划建议，提升电网规划的科学性、经济性与适应性。</a:t>
            </a:r>
            <a:endParaRPr lang="en-US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140" name="箭头: 右 139"/>
          <p:cNvSpPr/>
          <p:nvPr/>
        </p:nvSpPr>
        <p:spPr>
          <a:xfrm>
            <a:off x="-59537" y="1852312"/>
            <a:ext cx="12171680" cy="303131"/>
          </a:xfrm>
          <a:prstGeom prst="rightArrow">
            <a:avLst>
              <a:gd name="adj1" fmla="val 46461"/>
              <a:gd name="adj2" fmla="val 166555"/>
            </a:avLst>
          </a:prstGeom>
          <a:gradFill flip="none" rotWithShape="1">
            <a:gsLst>
              <a:gs pos="55000">
                <a:schemeClr val="accent1"/>
              </a:gs>
              <a:gs pos="38000">
                <a:srgbClr val="029694"/>
              </a:gs>
            </a:gsLst>
            <a:lin ang="0" scaled="1"/>
            <a:tileRect/>
          </a:gra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椭圆 140"/>
          <p:cNvSpPr/>
          <p:nvPr/>
        </p:nvSpPr>
        <p:spPr>
          <a:xfrm>
            <a:off x="1647190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48" name="椭圆 147"/>
          <p:cNvSpPr/>
          <p:nvPr/>
        </p:nvSpPr>
        <p:spPr>
          <a:xfrm>
            <a:off x="4496435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52" name="椭圆 151"/>
          <p:cNvSpPr/>
          <p:nvPr/>
        </p:nvSpPr>
        <p:spPr>
          <a:xfrm>
            <a:off x="7380605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56" name="椭圆 155"/>
          <p:cNvSpPr/>
          <p:nvPr/>
        </p:nvSpPr>
        <p:spPr>
          <a:xfrm>
            <a:off x="10306685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2" name="矩形: 圆角 180"/>
          <p:cNvSpPr/>
          <p:nvPr>
            <p:custDataLst>
              <p:tags r:id="rId5"/>
            </p:custDataLst>
          </p:nvPr>
        </p:nvSpPr>
        <p:spPr>
          <a:xfrm>
            <a:off x="455295" y="2155190"/>
            <a:ext cx="2621915" cy="3652520"/>
          </a:xfrm>
          <a:prstGeom prst="roundRect">
            <a:avLst>
              <a:gd name="adj" fmla="val 105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454660" y="2323465"/>
            <a:ext cx="2622550" cy="903605"/>
          </a:xfrm>
          <a:prstGeom prst="rect">
            <a:avLst/>
          </a:prstGeom>
          <a:solidFill>
            <a:srgbClr val="0296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741680" y="3293745"/>
            <a:ext cx="2235835" cy="20300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收集徐州典型新能源高渗透地区近五年110（35）kV主变负载率、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地区容载比、</a:t>
            </a: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源荷比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、新能源增长率</a:t>
            </a: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等指标，构建基础数据库。</a:t>
            </a:r>
            <a:endParaRPr lang="en-US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534035" y="2406650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marL="0" indent="0" algn="ctr">
              <a:buNone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“新能源渗透水平-电网运行状态”数据库构建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: 圆角 180"/>
          <p:cNvSpPr/>
          <p:nvPr>
            <p:custDataLst>
              <p:tags r:id="rId9"/>
            </p:custDataLst>
          </p:nvPr>
        </p:nvSpPr>
        <p:spPr>
          <a:xfrm>
            <a:off x="3304540" y="2155190"/>
            <a:ext cx="2621915" cy="3652520"/>
          </a:xfrm>
          <a:prstGeom prst="roundRect">
            <a:avLst>
              <a:gd name="adj" fmla="val 10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3303905" y="2323465"/>
            <a:ext cx="2622550" cy="9029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3590925" y="3293745"/>
            <a:ext cx="2235835" cy="20300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l">
              <a:buNone/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构建“</a:t>
            </a:r>
            <a:r>
              <a:rPr lang="zh-CN" altLang="en-US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严格执行容载比≤2.0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”与“高渗透片区放宽</a:t>
            </a:r>
            <a:r>
              <a:rPr lang="zh-CN" altLang="en-US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容载比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上限”两类方案的电网建设成本模型（</a:t>
            </a:r>
            <a:r>
              <a:rPr lang="zh-CN" altLang="en-US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加强10kV联络、配置储能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等消纳反送、弥补容量缺口）</a:t>
            </a:r>
            <a:r>
              <a:rPr lang="zh-CN" altLang="en-US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。</a:t>
            </a:r>
            <a:endParaRPr lang="zh-CN" altLang="en-US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22" name="矩形: 圆角 180"/>
          <p:cNvSpPr/>
          <p:nvPr>
            <p:custDataLst>
              <p:tags r:id="rId12"/>
            </p:custDataLst>
          </p:nvPr>
        </p:nvSpPr>
        <p:spPr>
          <a:xfrm>
            <a:off x="6188710" y="2155190"/>
            <a:ext cx="2621915" cy="3652520"/>
          </a:xfrm>
          <a:prstGeom prst="roundRect">
            <a:avLst>
              <a:gd name="adj" fmla="val 105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6188075" y="2324100"/>
            <a:ext cx="2622550" cy="901700"/>
          </a:xfrm>
          <a:prstGeom prst="rect">
            <a:avLst/>
          </a:prstGeom>
          <a:solidFill>
            <a:srgbClr val="0296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6390005" y="3293745"/>
            <a:ext cx="2235835" cy="23069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l">
              <a:buNone/>
            </a:pPr>
            <a:r>
              <a:rPr lang="zh-CN" altLang="en-US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采用年费用法对比两种场景下的全寿命周期电网建设成本，折算为可比的技术经济指标，形成基于实际案例的经济技术更优的决策案例库。</a:t>
            </a:r>
            <a:endParaRPr lang="zh-CN" altLang="en-US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3368040" y="2406650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参数化的电网建设总成本模型构建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6"/>
            </p:custDataLst>
          </p:nvPr>
        </p:nvSpPr>
        <p:spPr>
          <a:xfrm>
            <a:off x="6261100" y="2395855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选取合适经济技术指标，形成决策案例库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7"/>
            </p:custDataLst>
          </p:nvPr>
        </p:nvSpPr>
        <p:spPr>
          <a:xfrm>
            <a:off x="9173210" y="2403475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形成一片一策的弹性容载比决策分析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3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 animBg="1"/>
      <p:bldP spid="148" grpId="0" animBg="1"/>
      <p:bldP spid="152" grpId="0" animBg="1"/>
      <p:bldP spid="156" grpId="0" animBg="1"/>
      <p:bldP spid="2" grpId="0" animBg="1"/>
      <p:bldP spid="3" grpId="0" animBg="1"/>
      <p:bldP spid="4" grpId="0"/>
      <p:bldP spid="5" grpId="0" animBg="1"/>
      <p:bldP spid="6" grpId="0" animBg="1"/>
      <p:bldP spid="14" grpId="0" animBg="1"/>
      <p:bldP spid="16" grpId="0"/>
      <p:bldP spid="32" grpId="0" animBg="1"/>
      <p:bldP spid="22" grpId="0" animBg="1"/>
      <p:bldP spid="23" grpId="0" animBg="1"/>
      <p:bldP spid="24" grpId="0"/>
      <p:bldP spid="33" grpId="0" animBg="1"/>
      <p:bldP spid="181" grpId="0" animBg="1"/>
      <p:bldP spid="173" grpId="0" animBg="1"/>
      <p:bldP spid="139" grpId="0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关键点与难点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7" name="AutoShape 18"/>
          <p:cNvSpPr/>
          <p:nvPr>
            <p:custDataLst>
              <p:tags r:id="rId2"/>
            </p:custDataLst>
          </p:nvPr>
        </p:nvSpPr>
        <p:spPr>
          <a:xfrm>
            <a:off x="1348105" y="1412240"/>
            <a:ext cx="10081895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" name="AutoShape 19"/>
          <p:cNvSpPr/>
          <p:nvPr>
            <p:custDataLst>
              <p:tags r:id="rId3"/>
            </p:custDataLst>
          </p:nvPr>
        </p:nvSpPr>
        <p:spPr>
          <a:xfrm>
            <a:off x="1170305" y="1548765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2000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项目挑战与难点</a:t>
            </a: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2000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DIFFICULTIES</a:t>
            </a:r>
            <a:endParaRPr lang="en-US" sz="2000" b="1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AutoShape 20"/>
          <p:cNvSpPr/>
          <p:nvPr>
            <p:custDataLst>
              <p:tags r:id="rId4"/>
            </p:custDataLst>
          </p:nvPr>
        </p:nvSpPr>
        <p:spPr>
          <a:xfrm>
            <a:off x="1875155" y="2120265"/>
            <a:ext cx="2286000" cy="1840865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AutoShape 22"/>
          <p:cNvSpPr/>
          <p:nvPr>
            <p:custDataLst>
              <p:tags r:id="rId5"/>
            </p:custDataLst>
          </p:nvPr>
        </p:nvSpPr>
        <p:spPr>
          <a:xfrm>
            <a:off x="2433955" y="2564130"/>
            <a:ext cx="1651000" cy="1289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多源异构数据收集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项目需收集发展部、经研所、营销部等多部门数据，各部门数据分类、管理方式不一致，难以快速形成标准化数据库。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b="0" i="0" u="none" strike="noStrike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AutoShape 23"/>
          <p:cNvSpPr/>
          <p:nvPr>
            <p:custDataLst>
              <p:tags r:id="rId6"/>
            </p:custDataLst>
          </p:nvPr>
        </p:nvSpPr>
        <p:spPr>
          <a:xfrm>
            <a:off x="5257165" y="2120265"/>
            <a:ext cx="2286000" cy="1840865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9565" y="2589530"/>
            <a:ext cx="304800" cy="304800"/>
          </a:xfrm>
          <a:prstGeom prst="rect">
            <a:avLst/>
          </a:prstGeom>
        </p:spPr>
      </p:pic>
      <p:sp>
        <p:nvSpPr>
          <p:cNvPr id="54" name="AutoShape 25"/>
          <p:cNvSpPr/>
          <p:nvPr>
            <p:custDataLst>
              <p:tags r:id="rId10"/>
            </p:custDataLst>
          </p:nvPr>
        </p:nvSpPr>
        <p:spPr>
          <a:xfrm>
            <a:off x="5815965" y="2481580"/>
            <a:ext cx="1651000" cy="1289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zh-CN" sz="14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历史数据缺失</a:t>
            </a:r>
            <a:endParaRPr lang="zh-CN" sz="14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部分历史数据缺失、更新不及时；低压配网分布式光伏缺乏接入方案评审意见，缺少接入费用估算。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5" name="AutoShape 26"/>
          <p:cNvSpPr/>
          <p:nvPr>
            <p:custDataLst>
              <p:tags r:id="rId11"/>
            </p:custDataLst>
          </p:nvPr>
        </p:nvSpPr>
        <p:spPr>
          <a:xfrm>
            <a:off x="1875155" y="408813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6" name="Picture 2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27555" y="4240530"/>
            <a:ext cx="304800" cy="304800"/>
          </a:xfrm>
          <a:prstGeom prst="rect">
            <a:avLst/>
          </a:prstGeom>
        </p:spPr>
      </p:pic>
      <p:sp>
        <p:nvSpPr>
          <p:cNvPr id="57" name="AutoShape 28"/>
          <p:cNvSpPr/>
          <p:nvPr>
            <p:custDataLst>
              <p:tags r:id="rId15"/>
            </p:custDataLst>
          </p:nvPr>
        </p:nvSpPr>
        <p:spPr>
          <a:xfrm>
            <a:off x="2433955" y="4215130"/>
            <a:ext cx="1651000" cy="1395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模型精度校验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需基于大量实际案例进行数据清洗与回归分析，建立参数化公式，模型精度需反复校验。</a:t>
            </a:r>
            <a:r>
              <a:rPr lang="en-US" sz="1400" b="0" i="0" u="none" strike="noStrike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8" name="AutoShape 29"/>
          <p:cNvSpPr/>
          <p:nvPr>
            <p:custDataLst>
              <p:tags r:id="rId16"/>
            </p:custDataLst>
          </p:nvPr>
        </p:nvSpPr>
        <p:spPr>
          <a:xfrm>
            <a:off x="5257165" y="408813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Picture 3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09565" y="4240530"/>
            <a:ext cx="304800" cy="304800"/>
          </a:xfrm>
          <a:prstGeom prst="rect">
            <a:avLst/>
          </a:prstGeom>
        </p:spPr>
      </p:pic>
      <p:sp>
        <p:nvSpPr>
          <p:cNvPr id="60" name="AutoShape 31"/>
          <p:cNvSpPr/>
          <p:nvPr>
            <p:custDataLst>
              <p:tags r:id="rId20"/>
            </p:custDataLst>
          </p:nvPr>
        </p:nvSpPr>
        <p:spPr>
          <a:xfrm>
            <a:off x="5815965" y="4215130"/>
            <a:ext cx="1651000" cy="1395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片区差异分析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需结合新能源发展预期、负荷增长阶段、现有网络结构等差异，开展差异化容载比弹性分析。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1" name="Picture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27555" y="2564130"/>
            <a:ext cx="304800" cy="304800"/>
          </a:xfrm>
          <a:prstGeom prst="rect">
            <a:avLst/>
          </a:prstGeom>
        </p:spPr>
      </p:pic>
      <p:sp>
        <p:nvSpPr>
          <p:cNvPr id="4" name="AutoShape 23"/>
          <p:cNvSpPr/>
          <p:nvPr>
            <p:custDataLst>
              <p:tags r:id="rId24"/>
            </p:custDataLst>
          </p:nvPr>
        </p:nvSpPr>
        <p:spPr>
          <a:xfrm>
            <a:off x="8655685" y="2120900"/>
            <a:ext cx="2286000" cy="186055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4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8085" y="2609850"/>
            <a:ext cx="304800" cy="304800"/>
          </a:xfrm>
          <a:prstGeom prst="rect">
            <a:avLst/>
          </a:prstGeom>
        </p:spPr>
      </p:pic>
      <p:sp>
        <p:nvSpPr>
          <p:cNvPr id="13" name="AutoShape 25"/>
          <p:cNvSpPr/>
          <p:nvPr>
            <p:custDataLst>
              <p:tags r:id="rId26"/>
            </p:custDataLst>
          </p:nvPr>
        </p:nvSpPr>
        <p:spPr>
          <a:xfrm>
            <a:off x="9214485" y="2369185"/>
            <a:ext cx="1651000" cy="1504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成本维度复杂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电网建设成本涉及高低压等级建造成本、维护成本、电能损耗成本、残值等多维度，关联关系复杂。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29"/>
          <p:cNvSpPr/>
          <p:nvPr>
            <p:custDataLst>
              <p:tags r:id="rId27"/>
            </p:custDataLst>
          </p:nvPr>
        </p:nvSpPr>
        <p:spPr>
          <a:xfrm>
            <a:off x="8655685" y="410845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30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08085" y="4260850"/>
            <a:ext cx="304800" cy="304800"/>
          </a:xfrm>
          <a:prstGeom prst="rect">
            <a:avLst/>
          </a:prstGeom>
        </p:spPr>
      </p:pic>
      <p:sp>
        <p:nvSpPr>
          <p:cNvPr id="16" name="AutoShape 31"/>
          <p:cNvSpPr/>
          <p:nvPr>
            <p:custDataLst>
              <p:tags r:id="rId29"/>
            </p:custDataLst>
          </p:nvPr>
        </p:nvSpPr>
        <p:spPr>
          <a:xfrm>
            <a:off x="9214485" y="4235450"/>
            <a:ext cx="1651000" cy="1395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技术经济平衡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需兼顾技术经济最优性与工程可操作性，在安全约束与经济</a:t>
            </a:r>
            <a:r>
              <a:rPr lang="zh-CN" alt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最优下求解多目标函数</a:t>
            </a: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48" grpId="0"/>
      <p:bldP spid="49" grpId="0" bldLvl="0" animBg="1"/>
      <p:bldP spid="51" grpId="0"/>
      <p:bldP spid="52" grpId="0" bldLvl="0" animBg="1"/>
      <p:bldP spid="54" grpId="0"/>
      <p:bldP spid="55" grpId="0" bldLvl="0" animBg="1"/>
      <p:bldP spid="57" grpId="0"/>
      <p:bldP spid="58" grpId="0" bldLvl="0" animBg="1"/>
      <p:bldP spid="60" grpId="0"/>
      <p:bldP spid="47" grpId="1" animBg="1"/>
      <p:bldP spid="48" grpId="1"/>
      <p:bldP spid="49" grpId="1" animBg="1"/>
      <p:bldP spid="51" grpId="1"/>
      <p:bldP spid="52" grpId="1" animBg="1"/>
      <p:bldP spid="54" grpId="1"/>
      <p:bldP spid="55" grpId="1" animBg="1"/>
      <p:bldP spid="57" grpId="1"/>
      <p:bldP spid="58" grpId="1" animBg="1"/>
      <p:bldP spid="60" grpId="1"/>
      <p:bldP spid="4" grpId="0" bldLvl="0" animBg="1"/>
      <p:bldP spid="13" grpId="0"/>
      <p:bldP spid="14" grpId="0" bldLvl="0" animBg="1"/>
      <p:bldP spid="16" grpId="0"/>
      <p:bldP spid="4" grpId="1" animBg="1"/>
      <p:bldP spid="13" grpId="1"/>
      <p:bldP spid="14" grpId="1" animBg="1"/>
      <p:bldP spid="1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99" y="838179"/>
            <a:ext cx="10667733" cy="12667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94" y="914377"/>
            <a:ext cx="2362141" cy="111439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19" y="1066773"/>
            <a:ext cx="342891" cy="34289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191" y="1162021"/>
            <a:ext cx="142871" cy="142871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1696991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597931" y="1695408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856" y="914377"/>
            <a:ext cx="2362141" cy="111439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481" y="1066773"/>
            <a:ext cx="342891" cy="342891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1253" y="1162021"/>
            <a:ext cx="142871" cy="142871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327734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126441" y="169540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918" y="914377"/>
            <a:ext cx="2362141" cy="1114397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543" y="1066773"/>
            <a:ext cx="342891" cy="342891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5315" y="1162021"/>
            <a:ext cx="142871" cy="142871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6842906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353962" y="169540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980" y="914377"/>
            <a:ext cx="2362141" cy="1114397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605" y="1066773"/>
            <a:ext cx="342891" cy="342891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9852" y="1162021"/>
            <a:ext cx="161921" cy="142871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9349187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8951048" y="1704933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935" y="1466813"/>
            <a:ext cx="161921" cy="19050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38997" y="1466813"/>
            <a:ext cx="161921" cy="19050"/>
          </a:xfrm>
          <a:prstGeom prst="rect">
            <a:avLst/>
          </a:prstGeom>
        </p:spPr>
      </p:pic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3059" y="1466813"/>
            <a:ext cx="161921" cy="1905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794" y="2720282"/>
            <a:ext cx="10286743" cy="904852"/>
          </a:xfrm>
          <a:prstGeom prst="rect">
            <a:avLst/>
          </a:prstGeom>
        </p:spPr>
      </p:pic>
      <p:sp>
        <p:nvSpPr>
          <p:cNvPr id="35" name="Text 9"/>
          <p:cNvSpPr/>
          <p:nvPr/>
        </p:nvSpPr>
        <p:spPr>
          <a:xfrm>
            <a:off x="1181388" y="2910777"/>
            <a:ext cx="9876797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</a:t>
            </a:r>
            <a:r>
              <a:rPr lang="en-US" sz="1600" kern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现行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导则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对容载比</a:t>
            </a:r>
            <a:r>
              <a:rPr lang="en-US" sz="1600" kern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口径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的最新解读，系统收集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统计徐州典型新能源高渗透地区近五年110（35）kV主变负载率、源荷比、电量渗透率</a:t>
            </a:r>
            <a:r>
              <a:rPr lang="en-US" sz="1600" kern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及片区联络度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等指标，</a:t>
            </a:r>
            <a:r>
              <a:rPr lang="en-US" sz="1600" kern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从时间与空间维度开展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数据清洗与关联分析，构建</a:t>
            </a:r>
            <a:r>
              <a:rPr lang="en-US" sz="1600" kern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以“源荷比—电量渗透率—联络度”三维刻画的“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新能源渗透水平</a:t>
            </a:r>
            <a:r>
              <a:rPr lang="en-US" sz="1600" kern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电网运行状态</a:t>
            </a:r>
            <a:r>
              <a:rPr lang="en-US" sz="1600" kern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基础数据库。</a:t>
            </a:r>
            <a:endParaRPr lang="en-US" sz="1600" kern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794" y="4567470"/>
            <a:ext cx="3333667" cy="1142971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4715" y="4729390"/>
            <a:ext cx="304792" cy="304792"/>
          </a:xfrm>
          <a:prstGeom prst="rect">
            <a:avLst/>
          </a:prstGeom>
        </p:spPr>
      </p:pic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9012" y="4815113"/>
            <a:ext cx="95248" cy="123822"/>
          </a:xfrm>
          <a:prstGeom prst="rect">
            <a:avLst/>
          </a:prstGeom>
        </p:spPr>
      </p:pic>
      <p:sp>
        <p:nvSpPr>
          <p:cNvPr id="48" name="Text 10"/>
          <p:cNvSpPr/>
          <p:nvPr/>
        </p:nvSpPr>
        <p:spPr>
          <a:xfrm>
            <a:off x="1495706" y="4777014"/>
            <a:ext cx="675877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主变负载率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4715" y="5224678"/>
            <a:ext cx="57149" cy="57149"/>
          </a:xfrm>
          <a:prstGeom prst="rect">
            <a:avLst/>
          </a:prstGeom>
        </p:spPr>
      </p:pic>
      <p:sp>
        <p:nvSpPr>
          <p:cNvPr id="52" name="Text 11"/>
          <p:cNvSpPr/>
          <p:nvPr/>
        </p:nvSpPr>
        <p:spPr>
          <a:xfrm>
            <a:off x="1248062" y="5148480"/>
            <a:ext cx="115211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夏冬季大负荷降压工况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3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4715" y="5453272"/>
            <a:ext cx="57149" cy="57149"/>
          </a:xfrm>
          <a:prstGeom prst="rect">
            <a:avLst/>
          </a:prstGeom>
        </p:spPr>
      </p:pic>
      <p:sp>
        <p:nvSpPr>
          <p:cNvPr id="54" name="Text 12"/>
          <p:cNvSpPr/>
          <p:nvPr/>
        </p:nvSpPr>
        <p:spPr>
          <a:xfrm>
            <a:off x="1248062" y="5377074"/>
            <a:ext cx="115211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春秋季小负荷升压工况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61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8857" y="4567470"/>
            <a:ext cx="3333667" cy="1142971"/>
          </a:xfrm>
          <a:prstGeom prst="rect">
            <a:avLst/>
          </a:prstGeom>
        </p:spPr>
      </p:pic>
      <p:pic>
        <p:nvPicPr>
          <p:cNvPr id="67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0778" y="4729390"/>
            <a:ext cx="304792" cy="304792"/>
          </a:xfrm>
          <a:prstGeom prst="rect">
            <a:avLst/>
          </a:prstGeom>
        </p:spPr>
      </p:pic>
      <p:pic>
        <p:nvPicPr>
          <p:cNvPr id="98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6976" y="4815113"/>
            <a:ext cx="161921" cy="123822"/>
          </a:xfrm>
          <a:prstGeom prst="rect">
            <a:avLst/>
          </a:prstGeom>
        </p:spPr>
      </p:pic>
      <p:sp>
        <p:nvSpPr>
          <p:cNvPr id="99" name="Text 13"/>
          <p:cNvSpPr/>
          <p:nvPr/>
        </p:nvSpPr>
        <p:spPr>
          <a:xfrm>
            <a:off x="4981768" y="4777014"/>
            <a:ext cx="40918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源荷比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0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0778" y="5224678"/>
            <a:ext cx="57149" cy="57149"/>
          </a:xfrm>
          <a:prstGeom prst="rect">
            <a:avLst/>
          </a:prstGeom>
        </p:spPr>
      </p:pic>
      <p:sp>
        <p:nvSpPr>
          <p:cNvPr id="101" name="Text 14"/>
          <p:cNvSpPr/>
          <p:nvPr/>
        </p:nvSpPr>
        <p:spPr>
          <a:xfrm>
            <a:off x="4734125" y="5148480"/>
            <a:ext cx="1314036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分布式电源出力/负荷功率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0778" y="5453272"/>
            <a:ext cx="57149" cy="57149"/>
          </a:xfrm>
          <a:prstGeom prst="rect">
            <a:avLst/>
          </a:prstGeom>
        </p:spPr>
      </p:pic>
      <p:sp>
        <p:nvSpPr>
          <p:cNvPr id="103" name="Text 15"/>
          <p:cNvSpPr/>
          <p:nvPr/>
        </p:nvSpPr>
        <p:spPr>
          <a:xfrm>
            <a:off x="4734125" y="5377074"/>
            <a:ext cx="1380710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反映新能源对负荷覆盖程度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4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15395" y="4567470"/>
            <a:ext cx="3333667" cy="1142971"/>
          </a:xfrm>
          <a:prstGeom prst="rect">
            <a:avLst/>
          </a:prstGeom>
        </p:spPr>
      </p:pic>
      <p:pic>
        <p:nvPicPr>
          <p:cNvPr id="105" name="Image 2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7316" y="4729390"/>
            <a:ext cx="304792" cy="304792"/>
          </a:xfrm>
          <a:prstGeom prst="rect">
            <a:avLst/>
          </a:prstGeom>
        </p:spPr>
      </p:pic>
      <p:pic>
        <p:nvPicPr>
          <p:cNvPr id="106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3514" y="4815113"/>
            <a:ext cx="161921" cy="123822"/>
          </a:xfrm>
          <a:prstGeom prst="rect">
            <a:avLst/>
          </a:prstGeom>
        </p:spPr>
      </p:pic>
      <p:sp>
        <p:nvSpPr>
          <p:cNvPr id="107" name="Text 16"/>
          <p:cNvSpPr/>
          <p:nvPr/>
        </p:nvSpPr>
        <p:spPr>
          <a:xfrm>
            <a:off x="8458307" y="4777014"/>
            <a:ext cx="675877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电量渗透率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8" name="Image 3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316" y="5224678"/>
            <a:ext cx="57149" cy="57149"/>
          </a:xfrm>
          <a:prstGeom prst="rect">
            <a:avLst/>
          </a:prstGeom>
        </p:spPr>
      </p:pic>
      <p:sp>
        <p:nvSpPr>
          <p:cNvPr id="109" name="Text 17"/>
          <p:cNvSpPr/>
          <p:nvPr/>
        </p:nvSpPr>
        <p:spPr>
          <a:xfrm>
            <a:off x="8210663" y="5148480"/>
            <a:ext cx="1085442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新能源发电量/用电量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0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316" y="5453272"/>
            <a:ext cx="57149" cy="57149"/>
          </a:xfrm>
          <a:prstGeom prst="rect">
            <a:avLst/>
          </a:prstGeom>
        </p:spPr>
      </p:pic>
      <p:sp>
        <p:nvSpPr>
          <p:cNvPr id="111" name="Text 18"/>
          <p:cNvSpPr/>
          <p:nvPr/>
        </p:nvSpPr>
        <p:spPr>
          <a:xfrm>
            <a:off x="8210663" y="5377074"/>
            <a:ext cx="1037818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衡量新能源消纳水平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99" y="1069319"/>
            <a:ext cx="10667733" cy="1266793"/>
          </a:xfrm>
          <a:prstGeom prst="rect">
            <a:avLst/>
          </a:prstGeom>
        </p:spPr>
      </p:pic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94" y="1145517"/>
            <a:ext cx="2362141" cy="111439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19" y="1297913"/>
            <a:ext cx="342891" cy="342891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191" y="1393161"/>
            <a:ext cx="142871" cy="142871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723662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631587" y="1936073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746" y="1145517"/>
            <a:ext cx="2362141" cy="1114397"/>
          </a:xfrm>
          <a:prstGeom prst="rect">
            <a:avLst/>
          </a:prstGeom>
        </p:spPr>
      </p:pic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371" y="1297913"/>
            <a:ext cx="342891" cy="342891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143" y="1393161"/>
            <a:ext cx="142871" cy="142871"/>
          </a:xfrm>
          <a:prstGeom prst="rect">
            <a:avLst/>
          </a:prstGeom>
        </p:spPr>
      </p:pic>
      <p:sp>
        <p:nvSpPr>
          <p:cNvPr id="38" name="Text 3"/>
          <p:cNvSpPr/>
          <p:nvPr/>
        </p:nvSpPr>
        <p:spPr>
          <a:xfrm>
            <a:off x="4292174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9" name="Text 4"/>
          <p:cNvSpPr/>
          <p:nvPr/>
        </p:nvSpPr>
        <p:spPr>
          <a:xfrm>
            <a:off x="4099771" y="192654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808" y="1145517"/>
            <a:ext cx="2362141" cy="1114397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433" y="1297913"/>
            <a:ext cx="342891" cy="342891"/>
          </a:xfrm>
          <a:prstGeom prst="rect">
            <a:avLst/>
          </a:prstGeom>
        </p:spPr>
      </p:pic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4205" y="1393161"/>
            <a:ext cx="142871" cy="142871"/>
          </a:xfrm>
          <a:prstGeom prst="rect">
            <a:avLst/>
          </a:prstGeom>
        </p:spPr>
      </p:pic>
      <p:sp>
        <p:nvSpPr>
          <p:cNvPr id="43" name="Text 5"/>
          <p:cNvSpPr/>
          <p:nvPr/>
        </p:nvSpPr>
        <p:spPr>
          <a:xfrm>
            <a:off x="6842906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309512" y="192654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870" y="1145517"/>
            <a:ext cx="2362141" cy="1114397"/>
          </a:xfrm>
          <a:prstGeom prst="rect">
            <a:avLst/>
          </a:prstGeom>
        </p:spPr>
      </p:pic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495" y="1297913"/>
            <a:ext cx="342891" cy="342891"/>
          </a:xfrm>
          <a:prstGeom prst="rect">
            <a:avLst/>
          </a:prstGeom>
        </p:spPr>
      </p:pic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8742" y="1393161"/>
            <a:ext cx="161921" cy="142871"/>
          </a:xfrm>
          <a:prstGeom prst="rect">
            <a:avLst/>
          </a:prstGeom>
        </p:spPr>
      </p:pic>
      <p:sp>
        <p:nvSpPr>
          <p:cNvPr id="56" name="Text 7"/>
          <p:cNvSpPr/>
          <p:nvPr/>
        </p:nvSpPr>
        <p:spPr>
          <a:xfrm>
            <a:off x="9366967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7" name="Text 8"/>
          <p:cNvSpPr/>
          <p:nvPr/>
        </p:nvSpPr>
        <p:spPr>
          <a:xfrm>
            <a:off x="8935173" y="1926548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935" y="1697953"/>
            <a:ext cx="161921" cy="19050"/>
          </a:xfrm>
          <a:prstGeom prst="rect">
            <a:avLst/>
          </a:prstGeom>
        </p:spPr>
      </p:pic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7887" y="1697953"/>
            <a:ext cx="161921" cy="19050"/>
          </a:xfrm>
          <a:prstGeom prst="rect">
            <a:avLst/>
          </a:prstGeom>
        </p:spPr>
      </p:pic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1949" y="1697953"/>
            <a:ext cx="161921" cy="19050"/>
          </a:xfrm>
          <a:prstGeom prst="rect">
            <a:avLst/>
          </a:prstGeom>
        </p:spPr>
      </p:pic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794" y="2732982"/>
            <a:ext cx="3333667" cy="1000100"/>
          </a:xfrm>
          <a:prstGeom prst="rect">
            <a:avLst/>
          </a:prstGeom>
        </p:spPr>
      </p:pic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715" y="2761553"/>
            <a:ext cx="228594" cy="228594"/>
          </a:xfrm>
          <a:prstGeom prst="rect">
            <a:avLst/>
          </a:prstGeom>
        </p:spPr>
      </p:pic>
      <p:sp>
        <p:nvSpPr>
          <p:cNvPr id="64" name="Text 9"/>
          <p:cNvSpPr/>
          <p:nvPr/>
        </p:nvSpPr>
        <p:spPr>
          <a:xfrm>
            <a:off x="1114715" y="2761553"/>
            <a:ext cx="237738" cy="228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1419508" y="2780602"/>
            <a:ext cx="80922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成本数据收集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114715" y="3199695"/>
            <a:ext cx="3018969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收集典型地区10kV及以下分布式新能源送出、电网配套扩容等实际工程成本数据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8857" y="2732982"/>
            <a:ext cx="3333667" cy="1000100"/>
          </a:xfrm>
          <a:prstGeom prst="rect">
            <a:avLst/>
          </a:prstGeom>
        </p:spPr>
      </p:pic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0778" y="2761553"/>
            <a:ext cx="228594" cy="228594"/>
          </a:xfrm>
          <a:prstGeom prst="rect">
            <a:avLst/>
          </a:prstGeom>
        </p:spPr>
      </p:pic>
      <p:sp>
        <p:nvSpPr>
          <p:cNvPr id="70" name="Text 12"/>
          <p:cNvSpPr/>
          <p:nvPr/>
        </p:nvSpPr>
        <p:spPr>
          <a:xfrm>
            <a:off x="4600778" y="2761553"/>
            <a:ext cx="237738" cy="228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4905570" y="2780602"/>
            <a:ext cx="80922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驱动因子识别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4600778" y="3199695"/>
            <a:ext cx="3018969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识别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主变扩容、线路联络、储能等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成本驱动因子，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建立参数化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电网建设总成本模型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7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5395" y="2732982"/>
            <a:ext cx="3333667" cy="1000100"/>
          </a:xfrm>
          <a:prstGeom prst="rect">
            <a:avLst/>
          </a:prstGeom>
        </p:spPr>
      </p:pic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316" y="2761553"/>
            <a:ext cx="228594" cy="228594"/>
          </a:xfrm>
          <a:prstGeom prst="rect">
            <a:avLst/>
          </a:prstGeom>
        </p:spPr>
      </p:pic>
      <p:sp>
        <p:nvSpPr>
          <p:cNvPr id="75" name="Text 15"/>
          <p:cNvSpPr/>
          <p:nvPr/>
        </p:nvSpPr>
        <p:spPr>
          <a:xfrm>
            <a:off x="8077316" y="2761553"/>
            <a:ext cx="237738" cy="228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8382108" y="2780602"/>
            <a:ext cx="80922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场景成本测算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8077316" y="3199695"/>
            <a:ext cx="3018969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计入正反向网损、弃光与N-1可靠性，按年费用法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量化两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类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全寿命周期成本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78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794" y="4145827"/>
            <a:ext cx="5067173" cy="1390615"/>
          </a:xfrm>
          <a:prstGeom prst="rect">
            <a:avLst/>
          </a:prstGeom>
        </p:spPr>
      </p:pic>
      <p:pic>
        <p:nvPicPr>
          <p:cNvPr id="79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4715" y="4307748"/>
            <a:ext cx="304792" cy="304792"/>
          </a:xfrm>
          <a:prstGeom prst="rect">
            <a:avLst/>
          </a:prstGeom>
        </p:spPr>
      </p:pic>
      <p:sp>
        <p:nvSpPr>
          <p:cNvPr id="80" name="Text 18"/>
          <p:cNvSpPr/>
          <p:nvPr/>
        </p:nvSpPr>
        <p:spPr>
          <a:xfrm>
            <a:off x="1219488" y="4364897"/>
            <a:ext cx="11391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A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1533805" y="4355372"/>
            <a:ext cx="1666453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场景一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（刚性方案）</a:t>
            </a:r>
            <a:r>
              <a:rPr lang="en-US" sz="16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：严格执行容载比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≤</a:t>
            </a:r>
            <a:r>
              <a:rPr lang="en-US" sz="16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2.0</a:t>
            </a:r>
            <a:endParaRPr lang="en-US" sz="1600" b="1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2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4715" y="4803036"/>
            <a:ext cx="57149" cy="57149"/>
          </a:xfrm>
          <a:prstGeom prst="rect">
            <a:avLst/>
          </a:prstGeom>
        </p:spPr>
      </p:pic>
      <p:sp>
        <p:nvSpPr>
          <p:cNvPr id="83" name="Text 20"/>
          <p:cNvSpPr/>
          <p:nvPr/>
        </p:nvSpPr>
        <p:spPr>
          <a:xfrm>
            <a:off x="1248062" y="4726838"/>
            <a:ext cx="19521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通过加强中压配电网联络解决容量缺口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4715" y="5105925"/>
            <a:ext cx="57149" cy="57149"/>
          </a:xfrm>
          <a:prstGeom prst="rect">
            <a:avLst/>
          </a:prstGeom>
        </p:spPr>
      </p:pic>
      <p:sp>
        <p:nvSpPr>
          <p:cNvPr id="85" name="Text 21"/>
          <p:cNvSpPr/>
          <p:nvPr/>
        </p:nvSpPr>
        <p:spPr>
          <a:xfrm>
            <a:off x="1248062" y="5029727"/>
            <a:ext cx="1495007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配置储能等方式弥补容量不足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1248062" y="5184026"/>
            <a:ext cx="1609304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88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364" y="4145827"/>
            <a:ext cx="5067173" cy="1390615"/>
          </a:xfrm>
          <a:prstGeom prst="rect">
            <a:avLst/>
          </a:prstGeom>
        </p:spPr>
      </p:pic>
      <p:pic>
        <p:nvPicPr>
          <p:cNvPr id="89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43809" y="4317273"/>
            <a:ext cx="304792" cy="304792"/>
          </a:xfrm>
          <a:prstGeom prst="rect">
            <a:avLst/>
          </a:prstGeom>
        </p:spPr>
      </p:pic>
      <p:sp>
        <p:nvSpPr>
          <p:cNvPr id="90" name="Text 23"/>
          <p:cNvSpPr/>
          <p:nvPr/>
        </p:nvSpPr>
        <p:spPr>
          <a:xfrm>
            <a:off x="6458107" y="4374421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B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6762899" y="4364897"/>
            <a:ext cx="1475957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场景二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（</a:t>
            </a: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方案）：高渗透片区放宽</a:t>
            </a: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容载比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上限</a:t>
            </a:r>
            <a:endParaRPr lang="en-US" sz="1600" b="1" dirty="0">
              <a:solidFill>
                <a:srgbClr val="02969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9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43809" y="4812560"/>
            <a:ext cx="57149" cy="57149"/>
          </a:xfrm>
          <a:prstGeom prst="rect">
            <a:avLst/>
          </a:prstGeom>
        </p:spPr>
      </p:pic>
      <p:sp>
        <p:nvSpPr>
          <p:cNvPr id="93" name="Text 25"/>
          <p:cNvSpPr/>
          <p:nvPr/>
        </p:nvSpPr>
        <p:spPr>
          <a:xfrm>
            <a:off x="6477156" y="4736362"/>
            <a:ext cx="1609304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高渗透率片区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适度放宽容载比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上限（突破2.0）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94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43809" y="5123705"/>
            <a:ext cx="57149" cy="57149"/>
          </a:xfrm>
          <a:prstGeom prst="rect">
            <a:avLst/>
          </a:prstGeom>
        </p:spPr>
      </p:pic>
      <p:sp>
        <p:nvSpPr>
          <p:cNvPr id="95" name="Text 26"/>
          <p:cNvSpPr/>
          <p:nvPr/>
        </p:nvSpPr>
        <p:spPr>
          <a:xfrm>
            <a:off x="6477156" y="5047507"/>
            <a:ext cx="1495007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放宽幅度由反向承载力校核与经济性确定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6477156" y="5193551"/>
            <a:ext cx="1380710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99" y="1069319"/>
            <a:ext cx="10667733" cy="12667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99" y="838179"/>
            <a:ext cx="10667733" cy="12667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94" y="914377"/>
            <a:ext cx="2362141" cy="111439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419" y="1066773"/>
            <a:ext cx="342891" cy="34289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191" y="1162021"/>
            <a:ext cx="142871" cy="142871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1710327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599837" y="1695408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856" y="914377"/>
            <a:ext cx="2362141" cy="111439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481" y="1066773"/>
            <a:ext cx="342891" cy="342891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253" y="1162021"/>
            <a:ext cx="142871" cy="142871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254709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087706" y="169540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918" y="914377"/>
            <a:ext cx="2362141" cy="1114397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0543" y="1066773"/>
            <a:ext cx="342891" cy="342891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5315" y="1162021"/>
            <a:ext cx="142871" cy="142871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6855606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395872" y="169540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980" y="914377"/>
            <a:ext cx="2362141" cy="1114397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605" y="1066773"/>
            <a:ext cx="342891" cy="342891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9852" y="1162021"/>
            <a:ext cx="161921" cy="142871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9312992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8981528" y="1695408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4460" y="1466813"/>
            <a:ext cx="161921" cy="19050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38997" y="1466813"/>
            <a:ext cx="161921" cy="19050"/>
          </a:xfrm>
          <a:prstGeom prst="rect">
            <a:avLst/>
          </a:prstGeom>
        </p:spPr>
      </p:pic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3059" y="1466813"/>
            <a:ext cx="161921" cy="1905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500" y="2324100"/>
            <a:ext cx="10287000" cy="787400"/>
          </a:xfrm>
          <a:prstGeom prst="rect">
            <a:avLst/>
          </a:prstGeom>
        </p:spPr>
      </p:pic>
      <p:sp>
        <p:nvSpPr>
          <p:cNvPr id="35" name="Text 9"/>
          <p:cNvSpPr/>
          <p:nvPr/>
        </p:nvSpPr>
        <p:spPr>
          <a:xfrm>
            <a:off x="1143000" y="2565400"/>
            <a:ext cx="955675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界定容载比弹性范围，引入新能源消纳</a:t>
            </a:r>
            <a:r>
              <a:rPr lang="zh-CN" alt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、地区线路投资成本等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约束条件，建立弹性容载比与新</a:t>
            </a:r>
            <a:endParaRPr lang="en-US" sz="16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能源渗透率</a:t>
            </a:r>
            <a:r>
              <a:rPr lang="zh-CN" alt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、负载率等约束条件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的</a:t>
            </a: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量化关系模型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654" y="3385745"/>
            <a:ext cx="5048124" cy="1571586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179" y="3395270"/>
            <a:ext cx="5029074" cy="428614"/>
          </a:xfrm>
          <a:prstGeom prst="rect">
            <a:avLst/>
          </a:prstGeom>
        </p:spPr>
      </p:pic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1674" y="3538141"/>
            <a:ext cx="171446" cy="133347"/>
          </a:xfrm>
          <a:prstGeom prst="rect">
            <a:avLst/>
          </a:prstGeom>
        </p:spPr>
      </p:pic>
      <p:sp>
        <p:nvSpPr>
          <p:cNvPr id="48" name="Text 10"/>
          <p:cNvSpPr/>
          <p:nvPr/>
        </p:nvSpPr>
        <p:spPr>
          <a:xfrm>
            <a:off x="1169318" y="3528616"/>
            <a:ext cx="107591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弹性指标定义方法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575" y="3995330"/>
            <a:ext cx="190495" cy="190495"/>
          </a:xfrm>
          <a:prstGeom prst="rect">
            <a:avLst/>
          </a:prstGeom>
        </p:spPr>
      </p:pic>
      <p:sp>
        <p:nvSpPr>
          <p:cNvPr id="52" name="Text 11"/>
          <p:cNvSpPr/>
          <p:nvPr/>
        </p:nvSpPr>
        <p:spPr>
          <a:xfrm>
            <a:off x="883575" y="3995330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1188368" y="3976280"/>
            <a:ext cx="260940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依据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DL/T 5729—2023研究高渗透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区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上限放宽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边界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575" y="4300122"/>
            <a:ext cx="190495" cy="190495"/>
          </a:xfrm>
          <a:prstGeom prst="rect">
            <a:avLst/>
          </a:prstGeom>
        </p:spPr>
      </p:pic>
      <p:sp>
        <p:nvSpPr>
          <p:cNvPr id="61" name="Text 13"/>
          <p:cNvSpPr/>
          <p:nvPr/>
        </p:nvSpPr>
        <p:spPr>
          <a:xfrm>
            <a:off x="883575" y="4300122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1188368" y="4281072"/>
            <a:ext cx="32285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引入新能源消纳</a:t>
            </a:r>
            <a:r>
              <a:rPr lang="zh-CN" alt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等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约束，建立</a:t>
            </a:r>
            <a:r>
              <a:rPr lang="zh-CN" alt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其与容载比的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函数关系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98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575" y="4604914"/>
            <a:ext cx="190495" cy="190495"/>
          </a:xfrm>
          <a:prstGeom prst="rect">
            <a:avLst/>
          </a:prstGeom>
        </p:spPr>
      </p:pic>
      <p:sp>
        <p:nvSpPr>
          <p:cNvPr id="99" name="Text 15"/>
          <p:cNvSpPr/>
          <p:nvPr/>
        </p:nvSpPr>
        <p:spPr>
          <a:xfrm>
            <a:off x="883575" y="4604914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1188368" y="4585865"/>
            <a:ext cx="260940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提出适用于高渗透率地区的弹性容载比指标体系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1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9533" y="3385745"/>
            <a:ext cx="5048124" cy="1571586"/>
          </a:xfrm>
          <a:prstGeom prst="rect">
            <a:avLst/>
          </a:prstGeom>
        </p:spPr>
      </p:pic>
      <p:pic>
        <p:nvPicPr>
          <p:cNvPr id="102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9058" y="3395270"/>
            <a:ext cx="5029074" cy="428614"/>
          </a:xfrm>
          <a:prstGeom prst="rect">
            <a:avLst/>
          </a:prstGeom>
        </p:spPr>
      </p:pic>
      <p:pic>
        <p:nvPicPr>
          <p:cNvPr id="103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9553" y="3538141"/>
            <a:ext cx="152396" cy="133347"/>
          </a:xfrm>
          <a:prstGeom prst="rect">
            <a:avLst/>
          </a:prstGeom>
        </p:spPr>
      </p:pic>
      <p:sp>
        <p:nvSpPr>
          <p:cNvPr id="104" name="Text 17"/>
          <p:cNvSpPr/>
          <p:nvPr/>
        </p:nvSpPr>
        <p:spPr>
          <a:xfrm>
            <a:off x="6818148" y="3528616"/>
            <a:ext cx="120926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差异化片区划分方法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5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1454" y="3995330"/>
            <a:ext cx="190495" cy="190495"/>
          </a:xfrm>
          <a:prstGeom prst="rect">
            <a:avLst/>
          </a:prstGeom>
        </p:spPr>
      </p:pic>
      <p:sp>
        <p:nvSpPr>
          <p:cNvPr id="106" name="Text 18"/>
          <p:cNvSpPr/>
          <p:nvPr/>
        </p:nvSpPr>
        <p:spPr>
          <a:xfrm>
            <a:off x="6551454" y="3995330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07" name="Text 19"/>
          <p:cNvSpPr/>
          <p:nvPr/>
        </p:nvSpPr>
        <p:spPr>
          <a:xfrm>
            <a:off x="6856247" y="3976280"/>
            <a:ext cx="298087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按新能源发展预期、负荷增长阶段、网络结构划分片区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8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1454" y="4300122"/>
            <a:ext cx="190495" cy="190495"/>
          </a:xfrm>
          <a:prstGeom prst="rect">
            <a:avLst/>
          </a:prstGeom>
        </p:spPr>
      </p:pic>
      <p:sp>
        <p:nvSpPr>
          <p:cNvPr id="109" name="Text 20"/>
          <p:cNvSpPr/>
          <p:nvPr/>
        </p:nvSpPr>
        <p:spPr>
          <a:xfrm>
            <a:off x="6551454" y="4300122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6856247" y="4281072"/>
            <a:ext cx="199029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各片区独立评估弹性容载比适用范围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1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1454" y="4604914"/>
            <a:ext cx="190495" cy="190495"/>
          </a:xfrm>
          <a:prstGeom prst="rect">
            <a:avLst/>
          </a:prstGeom>
        </p:spPr>
      </p:pic>
      <p:sp>
        <p:nvSpPr>
          <p:cNvPr id="112" name="Text 22"/>
          <p:cNvSpPr/>
          <p:nvPr/>
        </p:nvSpPr>
        <p:spPr>
          <a:xfrm>
            <a:off x="6551454" y="4604914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13" name="Text 23"/>
          <p:cNvSpPr/>
          <p:nvPr/>
        </p:nvSpPr>
        <p:spPr>
          <a:xfrm>
            <a:off x="6856247" y="4585865"/>
            <a:ext cx="209506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形成"一片一策"的容载比弹性规划策略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4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" y="5332730"/>
            <a:ext cx="1181100" cy="342900"/>
          </a:xfrm>
          <a:prstGeom prst="rect">
            <a:avLst/>
          </a:prstGeom>
        </p:spPr>
      </p:pic>
      <p:sp>
        <p:nvSpPr>
          <p:cNvPr id="115" name="Text 24"/>
          <p:cNvSpPr/>
          <p:nvPr/>
        </p:nvSpPr>
        <p:spPr>
          <a:xfrm>
            <a:off x="1104900" y="5409565"/>
            <a:ext cx="1028700" cy="1898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核心输出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16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32965" y="5323205"/>
            <a:ext cx="9106535" cy="361950"/>
          </a:xfrm>
          <a:prstGeom prst="rect">
            <a:avLst/>
          </a:prstGeom>
        </p:spPr>
      </p:pic>
      <p:sp>
        <p:nvSpPr>
          <p:cNvPr id="117" name="Text 25"/>
          <p:cNvSpPr/>
          <p:nvPr/>
        </p:nvSpPr>
        <p:spPr>
          <a:xfrm>
            <a:off x="2210070" y="5418970"/>
            <a:ext cx="918149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弹性容载比上下</a:t>
            </a:r>
            <a:r>
              <a:rPr lang="zh-CN" altLang="en-US" sz="1600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</a:t>
            </a:r>
            <a:r>
              <a:rPr lang="en-US" sz="1600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量化模型 + 差异化片区分类策略 →</a:t>
            </a:r>
            <a:r>
              <a:rPr lang="en-US" sz="1600" b="1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一片一策规划建议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99" y="838179"/>
            <a:ext cx="10667733" cy="126679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94" y="914377"/>
            <a:ext cx="2362141" cy="111439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19" y="1066773"/>
            <a:ext cx="342891" cy="342891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191" y="1162021"/>
            <a:ext cx="142871" cy="142871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848122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829072" y="1695408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856" y="914377"/>
            <a:ext cx="2362141" cy="1114397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481" y="1066773"/>
            <a:ext cx="342891" cy="342891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253" y="1162021"/>
            <a:ext cx="142871" cy="142871"/>
          </a:xfrm>
          <a:prstGeom prst="rect">
            <a:avLst/>
          </a:prstGeom>
        </p:spPr>
      </p:pic>
      <p:sp>
        <p:nvSpPr>
          <p:cNvPr id="39" name="Text 3"/>
          <p:cNvSpPr/>
          <p:nvPr/>
        </p:nvSpPr>
        <p:spPr>
          <a:xfrm>
            <a:off x="4372184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40" name="Text 4"/>
          <p:cNvSpPr/>
          <p:nvPr/>
        </p:nvSpPr>
        <p:spPr>
          <a:xfrm>
            <a:off x="4286461" y="169540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918" y="914377"/>
            <a:ext cx="2362141" cy="1114397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543" y="1066773"/>
            <a:ext cx="342891" cy="342891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315" y="1162021"/>
            <a:ext cx="142871" cy="142871"/>
          </a:xfrm>
          <a:prstGeom prst="rect">
            <a:avLst/>
          </a:prstGeom>
        </p:spPr>
      </p:pic>
      <p:sp>
        <p:nvSpPr>
          <p:cNvPr id="44" name="Text 5"/>
          <p:cNvSpPr/>
          <p:nvPr/>
        </p:nvSpPr>
        <p:spPr>
          <a:xfrm>
            <a:off x="6896246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49" name="Text 6"/>
          <p:cNvSpPr/>
          <p:nvPr/>
        </p:nvSpPr>
        <p:spPr>
          <a:xfrm>
            <a:off x="6629552" y="169540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980" y="914377"/>
            <a:ext cx="2362141" cy="1114397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4605" y="1066773"/>
            <a:ext cx="342891" cy="342891"/>
          </a:xfrm>
          <a:prstGeom prst="rect">
            <a:avLst/>
          </a:prstGeom>
        </p:spPr>
      </p:pic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9852" y="1162021"/>
            <a:ext cx="161921" cy="142871"/>
          </a:xfrm>
          <a:prstGeom prst="rect">
            <a:avLst/>
          </a:prstGeom>
        </p:spPr>
      </p:pic>
      <p:sp>
        <p:nvSpPr>
          <p:cNvPr id="57" name="Text 7"/>
          <p:cNvSpPr/>
          <p:nvPr/>
        </p:nvSpPr>
        <p:spPr>
          <a:xfrm>
            <a:off x="9420307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8" name="Text 8"/>
          <p:cNvSpPr/>
          <p:nvPr/>
        </p:nvSpPr>
        <p:spPr>
          <a:xfrm>
            <a:off x="9210763" y="1695408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935" y="1466813"/>
            <a:ext cx="161921" cy="19050"/>
          </a:xfrm>
          <a:prstGeom prst="rect">
            <a:avLst/>
          </a:prstGeom>
        </p:spPr>
      </p:pic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8997" y="1466813"/>
            <a:ext cx="161921" cy="19050"/>
          </a:xfrm>
          <a:prstGeom prst="rect">
            <a:avLst/>
          </a:prstGeom>
        </p:spPr>
      </p:pic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3059" y="1466813"/>
            <a:ext cx="161921" cy="19050"/>
          </a:xfrm>
          <a:prstGeom prst="rect">
            <a:avLst/>
          </a:prstGeom>
        </p:spPr>
      </p:pic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2466975"/>
            <a:ext cx="10287000" cy="744855"/>
          </a:xfrm>
          <a:prstGeom prst="rect">
            <a:avLst/>
          </a:prstGeom>
        </p:spPr>
      </p:pic>
      <p:sp>
        <p:nvSpPr>
          <p:cNvPr id="64" name="Text 9"/>
          <p:cNvSpPr/>
          <p:nvPr/>
        </p:nvSpPr>
        <p:spPr>
          <a:xfrm>
            <a:off x="1143289" y="2619313"/>
            <a:ext cx="9952995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ctr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在N-1与反向承载力校核约束下进行安全—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寻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优</a:t>
            </a:r>
            <a:endParaRPr lang="en-US" sz="16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筛选推荐方案。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5" name="Image 18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447925" y="3763010"/>
            <a:ext cx="3401695" cy="1066800"/>
          </a:xfrm>
          <a:prstGeom prst="rect">
            <a:avLst/>
          </a:prstGeom>
        </p:spPr>
      </p:pic>
      <p:pic>
        <p:nvPicPr>
          <p:cNvPr id="66" name="Image 19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067442" y="3896281"/>
            <a:ext cx="342891" cy="342891"/>
          </a:xfrm>
          <a:prstGeom prst="rect">
            <a:avLst/>
          </a:prstGeom>
        </p:spPr>
      </p:pic>
      <p:sp>
        <p:nvSpPr>
          <p:cNvPr id="68" name="Text 10"/>
          <p:cNvSpPr/>
          <p:nvPr>
            <p:custDataLst>
              <p:tags r:id="rId18"/>
            </p:custDataLst>
          </p:nvPr>
        </p:nvSpPr>
        <p:spPr>
          <a:xfrm>
            <a:off x="4172214" y="398200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9" name="Text 11"/>
          <p:cNvSpPr/>
          <p:nvPr>
            <p:custDataLst>
              <p:tags r:id="rId19"/>
            </p:custDataLst>
          </p:nvPr>
        </p:nvSpPr>
        <p:spPr>
          <a:xfrm>
            <a:off x="3105441" y="431537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参数输入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0" name="Text 12"/>
          <p:cNvSpPr/>
          <p:nvPr>
            <p:custDataLst>
              <p:tags r:id="rId20"/>
            </p:custDataLst>
          </p:nvPr>
        </p:nvSpPr>
        <p:spPr>
          <a:xfrm>
            <a:off x="2991141" y="454396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片区特征、容载比弹性范围、成本参数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71" name="Image 20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839460" y="3763010"/>
            <a:ext cx="3371215" cy="1066800"/>
          </a:xfrm>
          <a:prstGeom prst="rect">
            <a:avLst/>
          </a:prstGeom>
        </p:spPr>
      </p:pic>
      <p:pic>
        <p:nvPicPr>
          <p:cNvPr id="72" name="Image 21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382077" y="3896281"/>
            <a:ext cx="342891" cy="342891"/>
          </a:xfrm>
          <a:prstGeom prst="rect">
            <a:avLst/>
          </a:prstGeom>
        </p:spPr>
      </p:pic>
      <p:sp>
        <p:nvSpPr>
          <p:cNvPr id="73" name="Text 13"/>
          <p:cNvSpPr/>
          <p:nvPr>
            <p:custDataLst>
              <p:tags r:id="rId23"/>
            </p:custDataLst>
          </p:nvPr>
        </p:nvSpPr>
        <p:spPr>
          <a:xfrm>
            <a:off x="7505899" y="398200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4" name="Text 14"/>
          <p:cNvSpPr/>
          <p:nvPr>
            <p:custDataLst>
              <p:tags r:id="rId24"/>
            </p:custDataLst>
          </p:nvPr>
        </p:nvSpPr>
        <p:spPr>
          <a:xfrm>
            <a:off x="6439126" y="431537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场景枚举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5" name="Text 15"/>
          <p:cNvSpPr/>
          <p:nvPr>
            <p:custDataLst>
              <p:tags r:id="rId25"/>
            </p:custDataLst>
          </p:nvPr>
        </p:nvSpPr>
        <p:spPr>
          <a:xfrm>
            <a:off x="6439126" y="454396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刚性容载比 vs 弹性容载比方案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6" name="Image 22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456815" y="5005070"/>
            <a:ext cx="3382645" cy="1066800"/>
          </a:xfrm>
          <a:prstGeom prst="rect">
            <a:avLst/>
          </a:prstGeom>
        </p:spPr>
      </p:pic>
      <p:pic>
        <p:nvPicPr>
          <p:cNvPr id="77" name="Image 23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962537" y="5138341"/>
            <a:ext cx="342891" cy="342891"/>
          </a:xfrm>
          <a:prstGeom prst="rect">
            <a:avLst/>
          </a:prstGeom>
        </p:spPr>
      </p:pic>
      <p:sp>
        <p:nvSpPr>
          <p:cNvPr id="78" name="Text 16"/>
          <p:cNvSpPr/>
          <p:nvPr>
            <p:custDataLst>
              <p:tags r:id="rId28"/>
            </p:custDataLst>
          </p:nvPr>
        </p:nvSpPr>
        <p:spPr>
          <a:xfrm>
            <a:off x="4086359" y="522406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9" name="Text 17"/>
          <p:cNvSpPr/>
          <p:nvPr>
            <p:custDataLst>
              <p:tags r:id="rId29"/>
            </p:custDataLst>
          </p:nvPr>
        </p:nvSpPr>
        <p:spPr>
          <a:xfrm>
            <a:off x="3019586" y="555743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全寿命周期成本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0" name="Text 18"/>
          <p:cNvSpPr/>
          <p:nvPr>
            <p:custDataLst>
              <p:tags r:id="rId30"/>
            </p:custDataLst>
          </p:nvPr>
        </p:nvSpPr>
        <p:spPr>
          <a:xfrm>
            <a:off x="3019586" y="578602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投资+运维+损耗+残值年费用折算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1" name="Image 24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838825" y="5005070"/>
            <a:ext cx="3372485" cy="1066800"/>
          </a:xfrm>
          <a:prstGeom prst="rect">
            <a:avLst/>
          </a:prstGeom>
        </p:spPr>
      </p:pic>
      <p:pic>
        <p:nvPicPr>
          <p:cNvPr id="82" name="Image 25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372422" y="5138341"/>
            <a:ext cx="342891" cy="342891"/>
          </a:xfrm>
          <a:prstGeom prst="rect">
            <a:avLst/>
          </a:prstGeom>
        </p:spPr>
      </p:pic>
      <p:sp>
        <p:nvSpPr>
          <p:cNvPr id="83" name="Text 19"/>
          <p:cNvSpPr/>
          <p:nvPr>
            <p:custDataLst>
              <p:tags r:id="rId33"/>
            </p:custDataLst>
          </p:nvPr>
        </p:nvSpPr>
        <p:spPr>
          <a:xfrm>
            <a:off x="7496244" y="522406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4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4" name="Text 20"/>
          <p:cNvSpPr/>
          <p:nvPr>
            <p:custDataLst>
              <p:tags r:id="rId34"/>
            </p:custDataLst>
          </p:nvPr>
        </p:nvSpPr>
        <p:spPr>
          <a:xfrm>
            <a:off x="6429471" y="555743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多目标函数</a:t>
            </a:r>
            <a:endParaRPr lang="zh-CN" alt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5" name="Text 21"/>
          <p:cNvSpPr/>
          <p:nvPr>
            <p:custDataLst>
              <p:tags r:id="rId35"/>
            </p:custDataLst>
          </p:nvPr>
        </p:nvSpPr>
        <p:spPr>
          <a:xfrm>
            <a:off x="6429471" y="578602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安全-经济双目标寻优推荐方案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lang="zh-CN" altLang="en-US"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项目创新点</a:t>
            </a:r>
            <a:endParaRPr lang="zh-CN" altLang="en-US"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1047724"/>
            <a:ext cx="11220169" cy="4381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7531" y="1091537"/>
            <a:ext cx="3323761" cy="3143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徐州地区分布式新能源高渗透率地区110kV电网容载比弹性指标优化研究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4067" y="1653499"/>
            <a:ext cx="5200520" cy="241929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3592" y="1663023"/>
            <a:ext cx="76198" cy="2400240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40285" y="1853519"/>
            <a:ext cx="342891" cy="342891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54583" y="1948766"/>
            <a:ext cx="114297" cy="152396"/>
          </a:xfrm>
          <a:prstGeom prst="rect">
            <a:avLst/>
          </a:prstGeom>
        </p:spPr>
      </p:pic>
      <p:sp>
        <p:nvSpPr>
          <p:cNvPr id="20" name="Text 4"/>
          <p:cNvSpPr/>
          <p:nvPr>
            <p:custDataLst>
              <p:tags r:id="rId11"/>
            </p:custDataLst>
          </p:nvPr>
        </p:nvSpPr>
        <p:spPr>
          <a:xfrm>
            <a:off x="1497474" y="1910667"/>
            <a:ext cx="1380710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基于真实运行数据与工程造价的110</a:t>
            </a:r>
            <a:r>
              <a:rPr lang="en-US" altLang="zh-CN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kV</a:t>
            </a:r>
            <a:r>
              <a:rPr lang="zh-CN" alt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主配协同规划</a:t>
            </a:r>
            <a:endParaRPr lang="zh-CN" altLang="en-US" sz="1400" b="1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6" name="Text 5"/>
          <p:cNvSpPr/>
          <p:nvPr>
            <p:custDataLst>
              <p:tags r:id="rId12"/>
            </p:custDataLst>
          </p:nvPr>
        </p:nvSpPr>
        <p:spPr>
          <a:xfrm>
            <a:off x="1040285" y="2744412"/>
            <a:ext cx="4733426" cy="457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ts val="2200"/>
              </a:lnSpc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目前的研究多以 IEEE 33/123 中压网为对象，缺少针对 110 kV 主配协同场景的工程化研究。本课题拟以徐州 2021—2025 年完整时序运行数据与实际工程造价为基础，将研究尺度由现有文献多见的中低压/IEEE 测试系统，落到地方 110 kV 高压分区的多工况时序与主配协同。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7" name="Image 10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29649" y="1662960"/>
            <a:ext cx="5200520" cy="2419290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39174" y="1672485"/>
            <a:ext cx="76198" cy="240024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505867" y="1862980"/>
            <a:ext cx="342891" cy="342891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601115" y="1958228"/>
            <a:ext cx="152396" cy="152396"/>
          </a:xfrm>
          <a:prstGeom prst="rect">
            <a:avLst/>
          </a:prstGeom>
        </p:spPr>
      </p:pic>
      <p:sp>
        <p:nvSpPr>
          <p:cNvPr id="36" name="Text 6"/>
          <p:cNvSpPr/>
          <p:nvPr>
            <p:custDataLst>
              <p:tags r:id="rId18"/>
            </p:custDataLst>
          </p:nvPr>
        </p:nvSpPr>
        <p:spPr>
          <a:xfrm>
            <a:off x="6963056" y="1920129"/>
            <a:ext cx="122831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一片一策规划策略</a:t>
            </a:r>
            <a:endParaRPr lang="en-US" sz="1400" b="1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8" name="Text 7"/>
          <p:cNvSpPr/>
          <p:nvPr>
            <p:custDataLst>
              <p:tags r:id="rId19"/>
            </p:custDataLst>
          </p:nvPr>
        </p:nvSpPr>
        <p:spPr>
          <a:xfrm>
            <a:off x="6505867" y="2353189"/>
            <a:ext cx="4733426" cy="685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ts val="2200"/>
              </a:lnSpc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针对不同片区的新能源发展预期、负荷增长阶段和网络结构差异，提出差异化容载比弹性规划策略，实现"一片一策"精细化管理，兼顾技术经济最优性与工程可操作性。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" name="Image 14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6767" y="4181370"/>
            <a:ext cx="5200520" cy="2419290"/>
          </a:xfrm>
          <a:prstGeom prst="rect">
            <a:avLst/>
          </a:prstGeom>
        </p:spPr>
      </p:pic>
      <p:pic>
        <p:nvPicPr>
          <p:cNvPr id="40" name="Image 15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86292" y="4190895"/>
            <a:ext cx="76198" cy="2400240"/>
          </a:xfrm>
          <a:prstGeom prst="rect">
            <a:avLst/>
          </a:prstGeom>
        </p:spPr>
      </p:pic>
      <p:pic>
        <p:nvPicPr>
          <p:cNvPr id="41" name="Image 16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52985" y="4381390"/>
            <a:ext cx="342891" cy="342891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157758" y="4476638"/>
            <a:ext cx="133347" cy="152396"/>
          </a:xfrm>
          <a:prstGeom prst="rect">
            <a:avLst/>
          </a:prstGeom>
        </p:spPr>
      </p:pic>
      <p:sp>
        <p:nvSpPr>
          <p:cNvPr id="51" name="Text 8"/>
          <p:cNvSpPr/>
          <p:nvPr>
            <p:custDataLst>
              <p:tags r:id="rId25"/>
            </p:custDataLst>
          </p:nvPr>
        </p:nvSpPr>
        <p:spPr>
          <a:xfrm>
            <a:off x="1510174" y="4438539"/>
            <a:ext cx="122831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基于历史数据回测的弹性容载比方法验证</a:t>
            </a:r>
            <a:endParaRPr lang="zh-CN" altLang="en-US" sz="1400" b="1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2" name="Text 9"/>
          <p:cNvSpPr/>
          <p:nvPr>
            <p:custDataLst>
              <p:tags r:id="rId26"/>
            </p:custDataLst>
          </p:nvPr>
        </p:nvSpPr>
        <p:spPr>
          <a:xfrm>
            <a:off x="1046635" y="5121154"/>
            <a:ext cx="4733426" cy="457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ts val="2200"/>
              </a:lnSpc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ts val="2200"/>
              </a:lnSpc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真实区域、含完整时序运行数据与工程造价，并以全寿命周期成本量化弹性边界的实证仍属稀缺。所以本课题计划利用历史片区可研数据，以</a:t>
            </a:r>
            <a:r>
              <a:rPr lang="en-US" sz="14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“推荐区间覆盖实际容载比”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为判据验证方法可行性，为弹性容载比优化方法的工程可靠性提供高效验证路径。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" t="16602" r="96" b="132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974"/>
                    </a14:imgEffect>
                  </a14:imgLayer>
                </a14:imgProps>
              </a:ext>
            </a:extLst>
          </a:blip>
          <a:srcRect t="1844"/>
          <a:stretch>
            <a:fillRect/>
          </a:stretch>
        </p:blipFill>
        <p:spPr>
          <a:xfrm>
            <a:off x="8265" y="0"/>
            <a:ext cx="12172358" cy="4031806"/>
          </a:xfrm>
          <a:custGeom>
            <a:avLst/>
            <a:gdLst>
              <a:gd name="connsiteX0" fmla="*/ 0 w 12172358"/>
              <a:gd name="connsiteY0" fmla="*/ 0 h 4031806"/>
              <a:gd name="connsiteX1" fmla="*/ 12172358 w 12172358"/>
              <a:gd name="connsiteY1" fmla="*/ 0 h 4031806"/>
              <a:gd name="connsiteX2" fmla="*/ 12172358 w 12172358"/>
              <a:gd name="connsiteY2" fmla="*/ 4031806 h 4031806"/>
              <a:gd name="connsiteX3" fmla="*/ 0 w 12172358"/>
              <a:gd name="connsiteY3" fmla="*/ 4031806 h 4031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2358" h="4031806">
                <a:moveTo>
                  <a:pt x="0" y="0"/>
                </a:moveTo>
                <a:lnTo>
                  <a:pt x="12172358" y="0"/>
                </a:lnTo>
                <a:lnTo>
                  <a:pt x="12172358" y="4031806"/>
                </a:lnTo>
                <a:lnTo>
                  <a:pt x="0" y="4031806"/>
                </a:lnTo>
                <a:close/>
              </a:path>
            </a:pathLst>
          </a:custGeom>
        </p:spPr>
      </p:pic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>
            <a:off x="0" y="1"/>
            <a:ext cx="12192000" cy="6292821"/>
          </a:xfrm>
          <a:custGeom>
            <a:avLst/>
            <a:gdLst>
              <a:gd name="connsiteX0" fmla="*/ 1187704 w 12192000"/>
              <a:gd name="connsiteY0" fmla="*/ 0 h 6292821"/>
              <a:gd name="connsiteX1" fmla="*/ 10994772 w 12192000"/>
              <a:gd name="connsiteY1" fmla="*/ 0 h 6292821"/>
              <a:gd name="connsiteX2" fmla="*/ 11498703 w 12192000"/>
              <a:gd name="connsiteY2" fmla="*/ 153607 h 6292821"/>
              <a:gd name="connsiteX3" fmla="*/ 12102397 w 12192000"/>
              <a:gd name="connsiteY3" fmla="*/ 377261 h 6292821"/>
              <a:gd name="connsiteX4" fmla="*/ 12192000 w 12192000"/>
              <a:gd name="connsiteY4" fmla="*/ 417448 h 6292821"/>
              <a:gd name="connsiteX5" fmla="*/ 12192000 w 12192000"/>
              <a:gd name="connsiteY5" fmla="*/ 5237684 h 6292821"/>
              <a:gd name="connsiteX6" fmla="*/ 12102397 w 12192000"/>
              <a:gd name="connsiteY6" fmla="*/ 5277871 h 6292821"/>
              <a:gd name="connsiteX7" fmla="*/ 6091238 w 12192000"/>
              <a:gd name="connsiteY7" fmla="*/ 6292821 h 6292821"/>
              <a:gd name="connsiteX8" fmla="*/ 80079 w 12192000"/>
              <a:gd name="connsiteY8" fmla="*/ 5277871 h 6292821"/>
              <a:gd name="connsiteX9" fmla="*/ 0 w 12192000"/>
              <a:gd name="connsiteY9" fmla="*/ 5241956 h 6292821"/>
              <a:gd name="connsiteX10" fmla="*/ 0 w 12192000"/>
              <a:gd name="connsiteY10" fmla="*/ 413177 h 6292821"/>
              <a:gd name="connsiteX11" fmla="*/ 80079 w 12192000"/>
              <a:gd name="connsiteY11" fmla="*/ 377261 h 6292821"/>
              <a:gd name="connsiteX12" fmla="*/ 683773 w 12192000"/>
              <a:gd name="connsiteY12" fmla="*/ 153607 h 629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292821">
                <a:moveTo>
                  <a:pt x="1187704" y="0"/>
                </a:moveTo>
                <a:lnTo>
                  <a:pt x="10994772" y="0"/>
                </a:lnTo>
                <a:lnTo>
                  <a:pt x="11498703" y="153607"/>
                </a:lnTo>
                <a:cubicBezTo>
                  <a:pt x="11708630" y="224227"/>
                  <a:pt x="11910098" y="298875"/>
                  <a:pt x="12102397" y="377261"/>
                </a:cubicBezTo>
                <a:lnTo>
                  <a:pt x="12192000" y="417448"/>
                </a:lnTo>
                <a:lnTo>
                  <a:pt x="12192000" y="5237684"/>
                </a:lnTo>
                <a:lnTo>
                  <a:pt x="12102397" y="5277871"/>
                </a:lnTo>
                <a:cubicBezTo>
                  <a:pt x="10564007" y="5904959"/>
                  <a:pt x="8438741" y="6292821"/>
                  <a:pt x="6091238" y="6292821"/>
                </a:cubicBezTo>
                <a:cubicBezTo>
                  <a:pt x="3743735" y="6292821"/>
                  <a:pt x="1618469" y="5904959"/>
                  <a:pt x="80079" y="5277871"/>
                </a:cubicBezTo>
                <a:lnTo>
                  <a:pt x="0" y="5241956"/>
                </a:lnTo>
                <a:lnTo>
                  <a:pt x="0" y="413177"/>
                </a:lnTo>
                <a:lnTo>
                  <a:pt x="80079" y="377261"/>
                </a:lnTo>
                <a:cubicBezTo>
                  <a:pt x="272378" y="298875"/>
                  <a:pt x="473847" y="224227"/>
                  <a:pt x="683773" y="153607"/>
                </a:cubicBezTo>
                <a:close/>
              </a:path>
            </a:pathLst>
          </a:custGeom>
          <a:gradFill flip="none" rotWithShape="1">
            <a:gsLst>
              <a:gs pos="78000">
                <a:schemeClr val="accent3">
                  <a:lumMod val="0"/>
                  <a:lumOff val="100000"/>
                  <a:alpha val="0"/>
                </a:schemeClr>
              </a:gs>
              <a:gs pos="0">
                <a:schemeClr val="accent3">
                  <a:lumMod val="0"/>
                  <a:lumOff val="10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>
            <p:custDataLst>
              <p:tags r:id="rId8"/>
            </p:custDataLst>
          </p:nvPr>
        </p:nvSpPr>
        <p:spPr>
          <a:xfrm>
            <a:off x="0" y="0"/>
            <a:ext cx="12192000" cy="6862533"/>
          </a:xfrm>
          <a:custGeom>
            <a:avLst/>
            <a:gdLst>
              <a:gd name="connsiteX0" fmla="*/ 0 w 12192000"/>
              <a:gd name="connsiteY0" fmla="*/ 0 h 6673851"/>
              <a:gd name="connsiteX1" fmla="*/ 12192000 w 12192000"/>
              <a:gd name="connsiteY1" fmla="*/ 0 h 6673851"/>
              <a:gd name="connsiteX2" fmla="*/ 12192000 w 12192000"/>
              <a:gd name="connsiteY2" fmla="*/ 5960938 h 6673851"/>
              <a:gd name="connsiteX3" fmla="*/ 12045867 w 12192000"/>
              <a:gd name="connsiteY3" fmla="*/ 5999359 h 6673851"/>
              <a:gd name="connsiteX4" fmla="*/ 5765483 w 12192000"/>
              <a:gd name="connsiteY4" fmla="*/ 6673851 h 6673851"/>
              <a:gd name="connsiteX5" fmla="*/ 411248 w 12192000"/>
              <a:gd name="connsiteY5" fmla="*/ 6197182 h 6673851"/>
              <a:gd name="connsiteX6" fmla="*/ 0 w 12192000"/>
              <a:gd name="connsiteY6" fmla="*/ 6114044 h 66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673851">
                <a:moveTo>
                  <a:pt x="0" y="0"/>
                </a:moveTo>
                <a:lnTo>
                  <a:pt x="12192000" y="0"/>
                </a:lnTo>
                <a:lnTo>
                  <a:pt x="12192000" y="5960938"/>
                </a:lnTo>
                <a:lnTo>
                  <a:pt x="12045867" y="5999359"/>
                </a:lnTo>
                <a:cubicBezTo>
                  <a:pt x="10253095" y="6425198"/>
                  <a:pt x="8091879" y="6673851"/>
                  <a:pt x="5765483" y="6673851"/>
                </a:cubicBezTo>
                <a:cubicBezTo>
                  <a:pt x="3826820" y="6673851"/>
                  <a:pt x="2002865" y="6501176"/>
                  <a:pt x="411248" y="6197182"/>
                </a:cubicBezTo>
                <a:lnTo>
                  <a:pt x="0" y="6114044"/>
                </a:lnTo>
                <a:close/>
              </a:path>
            </a:pathLst>
          </a:custGeom>
          <a:gradFill flip="none" rotWithShape="1">
            <a:gsLst>
              <a:gs pos="78000">
                <a:schemeClr val="accent3">
                  <a:lumMod val="0"/>
                  <a:lumOff val="100000"/>
                  <a:alpha val="0"/>
                </a:schemeClr>
              </a:gs>
              <a:gs pos="0">
                <a:schemeClr val="accent3">
                  <a:lumMod val="0"/>
                  <a:lumOff val="10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" name="任意多边形: 形状 22"/>
          <p:cNvSpPr/>
          <p:nvPr>
            <p:custDataLst>
              <p:tags r:id="rId9"/>
            </p:custDataLst>
          </p:nvPr>
        </p:nvSpPr>
        <p:spPr>
          <a:xfrm>
            <a:off x="4488835" y="5709181"/>
            <a:ext cx="3261080" cy="476554"/>
          </a:xfrm>
          <a:custGeom>
            <a:avLst/>
            <a:gdLst>
              <a:gd name="connsiteX0" fmla="*/ 238277 w 3524250"/>
              <a:gd name="connsiteY0" fmla="*/ 0 h 476554"/>
              <a:gd name="connsiteX1" fmla="*/ 3285973 w 3524250"/>
              <a:gd name="connsiteY1" fmla="*/ 0 h 476554"/>
              <a:gd name="connsiteX2" fmla="*/ 3524250 w 3524250"/>
              <a:gd name="connsiteY2" fmla="*/ 238277 h 476554"/>
              <a:gd name="connsiteX3" fmla="*/ 3285973 w 3524250"/>
              <a:gd name="connsiteY3" fmla="*/ 476554 h 476554"/>
              <a:gd name="connsiteX4" fmla="*/ 238277 w 3524250"/>
              <a:gd name="connsiteY4" fmla="*/ 476554 h 476554"/>
              <a:gd name="connsiteX5" fmla="*/ 0 w 3524250"/>
              <a:gd name="connsiteY5" fmla="*/ 238277 h 476554"/>
              <a:gd name="connsiteX6" fmla="*/ 238277 w 3524250"/>
              <a:gd name="connsiteY6" fmla="*/ 0 h 476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4250" h="476554">
                <a:moveTo>
                  <a:pt x="238277" y="0"/>
                </a:moveTo>
                <a:lnTo>
                  <a:pt x="3285973" y="0"/>
                </a:lnTo>
                <a:cubicBezTo>
                  <a:pt x="3417570" y="0"/>
                  <a:pt x="3524250" y="106680"/>
                  <a:pt x="3524250" y="238277"/>
                </a:cubicBezTo>
                <a:cubicBezTo>
                  <a:pt x="3524250" y="369874"/>
                  <a:pt x="3417570" y="476554"/>
                  <a:pt x="3285973" y="476554"/>
                </a:cubicBezTo>
                <a:lnTo>
                  <a:pt x="238277" y="476554"/>
                </a:lnTo>
                <a:cubicBezTo>
                  <a:pt x="106681" y="476554"/>
                  <a:pt x="0" y="369874"/>
                  <a:pt x="0" y="238277"/>
                </a:cubicBezTo>
                <a:cubicBezTo>
                  <a:pt x="0" y="106680"/>
                  <a:pt x="106681" y="0"/>
                  <a:pt x="2382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PA-文本框 1026"/>
          <p:cNvSpPr txBox="1"/>
          <p:nvPr>
            <p:custDataLst>
              <p:tags r:id="rId10"/>
            </p:custDataLst>
          </p:nvPr>
        </p:nvSpPr>
        <p:spPr>
          <a:xfrm>
            <a:off x="5476598" y="6254347"/>
            <a:ext cx="121475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altLang="zh-CN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36892" y="5746575"/>
            <a:ext cx="284813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徐州勘测设计分公司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5765" y="1750695"/>
            <a:ext cx="65468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00706B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汇报完毕</a:t>
            </a:r>
            <a:endParaRPr lang="en-US" altLang="zh-CN" sz="7200" b="1" dirty="0">
              <a:solidFill>
                <a:srgbClr val="00706B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  <a:p>
            <a:pPr algn="ctr"/>
            <a:r>
              <a:rPr lang="zh-CN" altLang="en-US" sz="7200" b="1" dirty="0">
                <a:solidFill>
                  <a:srgbClr val="00706B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敬请</a:t>
            </a:r>
            <a:r>
              <a:rPr lang="zh-CN" altLang="en-US" sz="7200" b="1" dirty="0">
                <a:solidFill>
                  <a:srgbClr val="00706B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批评指正！</a:t>
            </a:r>
            <a:endParaRPr lang="zh-CN" altLang="en-US" sz="7200" b="1" dirty="0">
              <a:solidFill>
                <a:srgbClr val="00706B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PA" val="v5.2.9"/>
</p:tagLst>
</file>

<file path=ppt/tags/tag8.xml><?xml version="1.0" encoding="utf-8"?>
<p:tagLst xmlns:p="http://schemas.openxmlformats.org/presentationml/2006/main">
  <p:tag name="PA" val="v5.2.9"/>
</p:tagLst>
</file>

<file path=ppt/tags/tag9.xml><?xml version="1.0" encoding="utf-8"?>
<p:tagLst xmlns:p="http://schemas.openxmlformats.org/presentationml/2006/main">
  <p:tag name="PA" val="v5.2.9"/>
</p:tagLst>
</file>

<file path=ppt/tags/tag10.xml><?xml version="1.0" encoding="utf-8"?>
<p:tagLst xmlns:p="http://schemas.openxmlformats.org/presentationml/2006/main">
  <p:tag name="PA" val="v5.2.9"/>
</p:tagLst>
</file>

<file path=ppt/tags/tag11.xml><?xml version="1.0" encoding="utf-8"?>
<p:tagLst xmlns:p="http://schemas.openxmlformats.org/presentationml/2006/main">
  <p:tag name="PA" val="v5.2.9"/>
</p:tagLst>
</file>

<file path=ppt/tags/tag12.xml><?xml version="1.0" encoding="utf-8"?>
<p:tagLst xmlns:p="http://schemas.openxmlformats.org/presentationml/2006/main">
  <p:tag name="PA" val="v5.2.9"/>
</p:tagLst>
</file>

<file path=ppt/tags/tag13.xml><?xml version="1.0" encoding="utf-8"?>
<p:tagLst xmlns:p="http://schemas.openxmlformats.org/presentationml/2006/main">
  <p:tag name="PA" val="v5.2.9"/>
</p:tagLst>
</file>

<file path=ppt/tags/tag14.xml><?xml version="1.0" encoding="utf-8"?>
<p:tagLst xmlns:p="http://schemas.openxmlformats.org/presentationml/2006/main">
  <p:tag name="PA" val="v5.2.9"/>
</p:tagLst>
</file>

<file path=ppt/tags/tag15.xml><?xml version="1.0" encoding="utf-8"?>
<p:tagLst xmlns:p="http://schemas.openxmlformats.org/presentationml/2006/main">
  <p:tag name="PA" val="v5.2.9"/>
</p:tagLst>
</file>

<file path=ppt/tags/tag16.xml><?xml version="1.0" encoding="utf-8"?>
<p:tagLst xmlns:p="http://schemas.openxmlformats.org/presentationml/2006/main">
  <p:tag name="PA" val="v5.2.9"/>
</p:tagLst>
</file>

<file path=ppt/tags/tag17.xml><?xml version="1.0" encoding="utf-8"?>
<p:tagLst xmlns:p="http://schemas.openxmlformats.org/presentationml/2006/main">
  <p:tag name="PA" val="v5.2.9"/>
</p:tagLst>
</file>

<file path=ppt/tags/tag18.xml><?xml version="1.0" encoding="utf-8"?>
<p:tagLst xmlns:p="http://schemas.openxmlformats.org/presentationml/2006/main">
  <p:tag name="PA" val="v5.2.9"/>
</p:tagLst>
</file>

<file path=ppt/tags/tag19.xml><?xml version="1.0" encoding="utf-8"?>
<p:tagLst xmlns:p="http://schemas.openxmlformats.org/presentationml/2006/main">
  <p:tag name="PA" val="v5.2.9"/>
</p:tagLst>
</file>

<file path=ppt/tags/tag20.xml><?xml version="1.0" encoding="utf-8"?>
<p:tagLst xmlns:p="http://schemas.openxmlformats.org/presentationml/2006/main">
  <p:tag name="PA" val="v5.2.9"/>
</p:tagLst>
</file>

<file path=ppt/tags/tag21.xml><?xml version="1.0" encoding="utf-8"?>
<p:tagLst xmlns:p="http://schemas.openxmlformats.org/presentationml/2006/main">
  <p:tag name="PA" val="v5.2.9"/>
</p:tagLst>
</file>

<file path=ppt/tags/tag22.xml><?xml version="1.0" encoding="utf-8"?>
<p:tagLst xmlns:p="http://schemas.openxmlformats.org/presentationml/2006/main">
  <p:tag name="PA" val="v5.2.9"/>
</p:tagLst>
</file>

<file path=ppt/tags/tag23.xml><?xml version="1.0" encoding="utf-8"?>
<p:tagLst xmlns:p="http://schemas.openxmlformats.org/presentationml/2006/main">
  <p:tag name="PA" val="v5.2.9"/>
</p:tagLst>
</file>

<file path=ppt/tags/tag24.xml><?xml version="1.0" encoding="utf-8"?>
<p:tagLst xmlns:p="http://schemas.openxmlformats.org/presentationml/2006/main">
  <p:tag name="PA" val="v5.2.9"/>
</p:tagLst>
</file>

<file path=ppt/tags/tag25.xml><?xml version="1.0" encoding="utf-8"?>
<p:tagLst xmlns:p="http://schemas.openxmlformats.org/presentationml/2006/main">
  <p:tag name="PA" val="v5.2.9"/>
</p:tagLst>
</file>

<file path=ppt/tags/tag26.xml><?xml version="1.0" encoding="utf-8"?>
<p:tagLst xmlns:p="http://schemas.openxmlformats.org/presentationml/2006/main">
  <p:tag name="PA" val="v5.2.9"/>
</p:tagLst>
</file>

<file path=ppt/tags/tag27.xml><?xml version="1.0" encoding="utf-8"?>
<p:tagLst xmlns:p="http://schemas.openxmlformats.org/presentationml/2006/main">
  <p:tag name="PA" val="v5.2.9"/>
</p:tagLst>
</file>

<file path=ppt/tags/tag28.xml><?xml version="1.0" encoding="utf-8"?>
<p:tagLst xmlns:p="http://schemas.openxmlformats.org/presentationml/2006/main">
  <p:tag name="PA" val="v5.2.9"/>
</p:tagLst>
</file>

<file path=ppt/tags/tag29.xml><?xml version="1.0" encoding="utf-8"?>
<p:tagLst xmlns:p="http://schemas.openxmlformats.org/presentationml/2006/main">
  <p:tag name="PA" val="v5.2.9"/>
</p:tagLst>
</file>

<file path=ppt/tags/tag30.xml><?xml version="1.0" encoding="utf-8"?>
<p:tagLst xmlns:p="http://schemas.openxmlformats.org/presentationml/2006/main">
  <p:tag name="PA" val="v5.2.9"/>
</p:tagLst>
</file>

<file path=ppt/tags/tag31.xml><?xml version="1.0" encoding="utf-8"?>
<p:tagLst xmlns:p="http://schemas.openxmlformats.org/presentationml/2006/main">
  <p:tag name="PA" val="v5.2.9"/>
</p:tagLst>
</file>

<file path=ppt/tags/tag32.xml><?xml version="1.0" encoding="utf-8"?>
<p:tagLst xmlns:p="http://schemas.openxmlformats.org/presentationml/2006/main">
  <p:tag name="PA" val="v5.2.11"/>
</p:tagLst>
</file>

<file path=ppt/tags/tag33.xml><?xml version="1.0" encoding="utf-8"?>
<p:tagLst xmlns:p="http://schemas.openxmlformats.org/presentationml/2006/main">
  <p:tag name="TYPE" val="icon"/>
</p:tagLst>
</file>

<file path=ppt/tags/tag34.xml><?xml version="1.0" encoding="utf-8"?>
<p:tagLst xmlns:p="http://schemas.openxmlformats.org/presentationml/2006/main">
  <p:tag name="PA" val="v5.2.11"/>
</p:tagLst>
</file>

<file path=ppt/tags/tag35.xml><?xml version="1.0" encoding="utf-8"?>
<p:tagLst xmlns:p="http://schemas.openxmlformats.org/presentationml/2006/main">
  <p:tag name="PA" val="v5.2.9"/>
</p:tagLst>
</file>

<file path=ppt/tags/tag36.xml><?xml version="1.0" encoding="utf-8"?>
<p:tagLst xmlns:p="http://schemas.openxmlformats.org/presentationml/2006/main">
  <p:tag name="PA" val="v5.2.9"/>
</p:tagLst>
</file>

<file path=ppt/tags/tag37.xml><?xml version="1.0" encoding="utf-8"?>
<p:tagLst xmlns:p="http://schemas.openxmlformats.org/presentationml/2006/main">
  <p:tag name="PA" val="v5.2.9"/>
</p:tagLst>
</file>

<file path=ppt/tags/tag38.xml><?xml version="1.0" encoding="utf-8"?>
<p:tagLst xmlns:p="http://schemas.openxmlformats.org/presentationml/2006/main">
  <p:tag name="PA" val="v5.2.9"/>
</p:tagLst>
</file>

<file path=ppt/tags/tag39.xml><?xml version="1.0" encoding="utf-8"?>
<p:tagLst xmlns:p="http://schemas.openxmlformats.org/presentationml/2006/main">
  <p:tag name="PA" val="v5.2.9"/>
</p:tagLst>
</file>

<file path=ppt/tags/tag40.xml><?xml version="1.0" encoding="utf-8"?>
<p:tagLst xmlns:p="http://schemas.openxmlformats.org/presentationml/2006/main">
  <p:tag name="PA" val="v5.2.9"/>
</p:tagLst>
</file>

<file path=ppt/tags/tag41.xml><?xml version="1.0" encoding="utf-8"?>
<p:tagLst xmlns:p="http://schemas.openxmlformats.org/presentationml/2006/main">
  <p:tag name="PA" val="v5.2.9"/>
</p:tagLst>
</file>

<file path=ppt/tags/tag42.xml><?xml version="1.0" encoding="utf-8"?>
<p:tagLst xmlns:p="http://schemas.openxmlformats.org/presentationml/2006/main">
  <p:tag name="PA" val="v5.2.9"/>
</p:tagLst>
</file>

<file path=ppt/tags/tag43.xml><?xml version="1.0" encoding="utf-8"?>
<p:tagLst xmlns:p="http://schemas.openxmlformats.org/presentationml/2006/main">
  <p:tag name="PA" val="v5.2.9"/>
</p:tagLst>
</file>

<file path=ppt/tags/tag44.xml><?xml version="1.0" encoding="utf-8"?>
<p:tagLst xmlns:p="http://schemas.openxmlformats.org/presentationml/2006/main">
  <p:tag name="PA" val="v5.2.9"/>
</p:tagLst>
</file>

<file path=ppt/tags/tag45.xml><?xml version="1.0" encoding="utf-8"?>
<p:tagLst xmlns:p="http://schemas.openxmlformats.org/presentationml/2006/main">
  <p:tag name="PA" val="v5.2.9"/>
</p:tagLst>
</file>

<file path=ppt/tags/tag46.xml><?xml version="1.0" encoding="utf-8"?>
<p:tagLst xmlns:p="http://schemas.openxmlformats.org/presentationml/2006/main">
  <p:tag name="PA" val="v5.2.9"/>
</p:tagLst>
</file>

<file path=ppt/tags/tag47.xml><?xml version="1.0" encoding="utf-8"?>
<p:tagLst xmlns:p="http://schemas.openxmlformats.org/presentationml/2006/main">
  <p:tag name="PA" val="v5.2.9"/>
</p:tagLst>
</file>

<file path=ppt/tags/tag48.xml><?xml version="1.0" encoding="utf-8"?>
<p:tagLst xmlns:p="http://schemas.openxmlformats.org/presentationml/2006/main">
  <p:tag name="PA" val="v5.2.9"/>
</p:tagLst>
</file>

<file path=ppt/tags/tag49.xml><?xml version="1.0" encoding="utf-8"?>
<p:tagLst xmlns:p="http://schemas.openxmlformats.org/presentationml/2006/main">
  <p:tag name="PA" val="v5.2.9"/>
</p:tagLst>
</file>

<file path=ppt/tags/tag50.xml><?xml version="1.0" encoding="utf-8"?>
<p:tagLst xmlns:p="http://schemas.openxmlformats.org/presentationml/2006/main">
  <p:tag name="PA" val="v5.2.9"/>
</p:tagLst>
</file>

<file path=ppt/tags/tag51.xml><?xml version="1.0" encoding="utf-8"?>
<p:tagLst xmlns:p="http://schemas.openxmlformats.org/presentationml/2006/main">
  <p:tag name="PA" val="v5.2.9"/>
</p:tagLst>
</file>

<file path=ppt/tags/tag52.xml><?xml version="1.0" encoding="utf-8"?>
<p:tagLst xmlns:p="http://schemas.openxmlformats.org/presentationml/2006/main">
  <p:tag name="PA" val="v5.2.9"/>
</p:tagLst>
</file>

<file path=ppt/tags/tag53.xml><?xml version="1.0" encoding="utf-8"?>
<p:tagLst xmlns:p="http://schemas.openxmlformats.org/presentationml/2006/main">
  <p:tag name="PA" val="v5.2.9"/>
</p:tagLst>
</file>

<file path=ppt/tags/tag54.xml><?xml version="1.0" encoding="utf-8"?>
<p:tagLst xmlns:p="http://schemas.openxmlformats.org/presentationml/2006/main">
  <p:tag name="PA" val="v5.2.9"/>
</p:tagLst>
</file>

<file path=ppt/tags/tag55.xml><?xml version="1.0" encoding="utf-8"?>
<p:tagLst xmlns:p="http://schemas.openxmlformats.org/presentationml/2006/main">
  <p:tag name="PA" val="v5.2.9"/>
</p:tagLst>
</file>

<file path=ppt/tags/tag56.xml><?xml version="1.0" encoding="utf-8"?>
<p:tagLst xmlns:p="http://schemas.openxmlformats.org/presentationml/2006/main">
  <p:tag name="PA" val="v5.2.9"/>
</p:tagLst>
</file>

<file path=ppt/tags/tag57.xml><?xml version="1.0" encoding="utf-8"?>
<p:tagLst xmlns:p="http://schemas.openxmlformats.org/presentationml/2006/main">
  <p:tag name="PA" val="v5.2.9"/>
</p:tagLst>
</file>

<file path=ppt/tags/tag58.xml><?xml version="1.0" encoding="utf-8"?>
<p:tagLst xmlns:p="http://schemas.openxmlformats.org/presentationml/2006/main">
  <p:tag name="PA" val="v5.2.9"/>
</p:tagLst>
</file>

<file path=ppt/tags/tag59.xml><?xml version="1.0" encoding="utf-8"?>
<p:tagLst xmlns:p="http://schemas.openxmlformats.org/presentationml/2006/main">
  <p:tag name="PA" val="v5.2.9"/>
</p:tagLst>
</file>

<file path=ppt/tags/tag60.xml><?xml version="1.0" encoding="utf-8"?>
<p:tagLst xmlns:p="http://schemas.openxmlformats.org/presentationml/2006/main">
  <p:tag name="PA" val="v5.2.9"/>
</p:tagLst>
</file>

<file path=ppt/tags/tag61.xml><?xml version="1.0" encoding="utf-8"?>
<p:tagLst xmlns:p="http://schemas.openxmlformats.org/presentationml/2006/main">
  <p:tag name="PA" val="v5.2.9"/>
</p:tagLst>
</file>

<file path=ppt/tags/tag62.xml><?xml version="1.0" encoding="utf-8"?>
<p:tagLst xmlns:p="http://schemas.openxmlformats.org/presentationml/2006/main">
  <p:tag name="PA" val="v5.2.9"/>
</p:tagLst>
</file>

<file path=ppt/tags/tag63.xml><?xml version="1.0" encoding="utf-8"?>
<p:tagLst xmlns:p="http://schemas.openxmlformats.org/presentationml/2006/main">
  <p:tag name="PA" val="v5.2.9"/>
</p:tagLst>
</file>

<file path=ppt/tags/tag64.xml><?xml version="1.0" encoding="utf-8"?>
<p:tagLst xmlns:p="http://schemas.openxmlformats.org/presentationml/2006/main">
  <p:tag name="PA" val="v5.2.9"/>
</p:tagLst>
</file>

<file path=ppt/tags/tag65.xml><?xml version="1.0" encoding="utf-8"?>
<p:tagLst xmlns:p="http://schemas.openxmlformats.org/presentationml/2006/main">
  <p:tag name="PA" val="v5.2.9"/>
</p:tagLst>
</file>

<file path=ppt/tags/tag66.xml><?xml version="1.0" encoding="utf-8"?>
<p:tagLst xmlns:p="http://schemas.openxmlformats.org/presentationml/2006/main">
  <p:tag name="PA" val="v5.2.11"/>
</p:tagLst>
</file>

<file path=ppt/tags/tag67.xml><?xml version="1.0" encoding="utf-8"?>
<p:tagLst xmlns:p="http://schemas.openxmlformats.org/presentationml/2006/main">
  <p:tag name="TYPE" val="icon"/>
</p:tagLst>
</file>

<file path=ppt/tags/tag68.xml><?xml version="1.0" encoding="utf-8"?>
<p:tagLst xmlns:p="http://schemas.openxmlformats.org/presentationml/2006/main">
  <p:tag name="PA" val="v5.2.11"/>
</p:tagLst>
</file>

<file path=ppt/tags/tag69.xml><?xml version="1.0" encoding="utf-8"?>
<p:tagLst xmlns:p="http://schemas.openxmlformats.org/presentationml/2006/main">
  <p:tag name="PA" val="v5.2.9"/>
</p:tagLst>
</file>

<file path=ppt/tags/tag70.xml><?xml version="1.0" encoding="utf-8"?>
<p:tagLst xmlns:p="http://schemas.openxmlformats.org/presentationml/2006/main">
  <p:tag name="PA" val="v5.2.9"/>
</p:tagLst>
</file>

<file path=ppt/tags/tag71.xml><?xml version="1.0" encoding="utf-8"?>
<p:tagLst xmlns:p="http://schemas.openxmlformats.org/presentationml/2006/main">
  <p:tag name="PA" val="v5.2.9"/>
</p:tagLst>
</file>

<file path=ppt/tags/tag72.xml><?xml version="1.0" encoding="utf-8"?>
<p:tagLst xmlns:p="http://schemas.openxmlformats.org/presentationml/2006/main">
  <p:tag name="PA" val="v5.2.9"/>
</p:tagLst>
</file>

<file path=ppt/tags/tag73.xml><?xml version="1.0" encoding="utf-8"?>
<p:tagLst xmlns:p="http://schemas.openxmlformats.org/presentationml/2006/main">
  <p:tag name="PA" val="v5.2.9"/>
</p:tagLst>
</file>

<file path=ppt/tags/tag74.xml><?xml version="1.0" encoding="utf-8"?>
<p:tagLst xmlns:p="http://schemas.openxmlformats.org/presentationml/2006/main">
  <p:tag name="PA" val="v5.2.9"/>
</p:tagLst>
</file>

<file path=ppt/tags/tag75.xml><?xml version="1.0" encoding="utf-8"?>
<p:tagLst xmlns:p="http://schemas.openxmlformats.org/presentationml/2006/main">
  <p:tag name="PA" val="v5.2.9"/>
</p:tagLst>
</file>

<file path=ppt/tags/tag76.xml><?xml version="1.0" encoding="utf-8"?>
<p:tagLst xmlns:p="http://schemas.openxmlformats.org/presentationml/2006/main">
  <p:tag name="PA" val="v5.2.9"/>
</p:tagLst>
</file>

<file path=ppt/tags/tag77.xml><?xml version="1.0" encoding="utf-8"?>
<p:tagLst xmlns:p="http://schemas.openxmlformats.org/presentationml/2006/main">
  <p:tag name="PA" val="v5.2.9"/>
</p:tagLst>
</file>

<file path=ppt/tags/tag78.xml><?xml version="1.0" encoding="utf-8"?>
<p:tagLst xmlns:p="http://schemas.openxmlformats.org/presentationml/2006/main">
  <p:tag name="PA" val="v5.2.9"/>
</p:tagLst>
</file>

<file path=ppt/tags/tag79.xml><?xml version="1.0" encoding="utf-8"?>
<p:tagLst xmlns:p="http://schemas.openxmlformats.org/presentationml/2006/main">
  <p:tag name="PA" val="v5.2.9"/>
</p:tagLst>
</file>

<file path=ppt/tags/tag80.xml><?xml version="1.0" encoding="utf-8"?>
<p:tagLst xmlns:p="http://schemas.openxmlformats.org/presentationml/2006/main">
  <p:tag name="PA" val="v5.2.9"/>
</p:tagLst>
</file>

<file path=ppt/tags/tag81.xml><?xml version="1.0" encoding="utf-8"?>
<p:tagLst xmlns:p="http://schemas.openxmlformats.org/presentationml/2006/main">
  <p:tag name="PA" val="v5.2.9"/>
</p:tagLst>
</file>

<file path=ppt/tags/tag82.xml><?xml version="1.0" encoding="utf-8"?>
<p:tagLst xmlns:p="http://schemas.openxmlformats.org/presentationml/2006/main">
  <p:tag name="PA" val="v5.2.9"/>
</p:tagLst>
</file>

<file path=ppt/tags/tag83.xml><?xml version="1.0" encoding="utf-8"?>
<p:tagLst xmlns:p="http://schemas.openxmlformats.org/presentationml/2006/main">
  <p:tag name="PA" val="v5.2.9"/>
</p:tagLst>
</file>

<file path=ppt/tags/tag84.xml><?xml version="1.0" encoding="utf-8"?>
<p:tagLst xmlns:p="http://schemas.openxmlformats.org/presentationml/2006/main">
  <p:tag name="PA" val="v5.2.9"/>
</p:tagLst>
</file>

<file path=ppt/tags/tag85.xml><?xml version="1.0" encoding="utf-8"?>
<p:tagLst xmlns:p="http://schemas.openxmlformats.org/presentationml/2006/main">
  <p:tag name="PA" val="v5.2.9"/>
</p:tagLst>
</file>

<file path=ppt/tags/tag86.xml><?xml version="1.0" encoding="utf-8"?>
<p:tagLst xmlns:p="http://schemas.openxmlformats.org/presentationml/2006/main">
  <p:tag name="PA" val="v5.2.9"/>
</p:tagLst>
</file>

<file path=ppt/tags/tag87.xml><?xml version="1.0" encoding="utf-8"?>
<p:tagLst xmlns:p="http://schemas.openxmlformats.org/presentationml/2006/main">
  <p:tag name="PA" val="v5.2.9"/>
</p:tagLst>
</file>

<file path=ppt/tags/tag88.xml><?xml version="1.0" encoding="utf-8"?>
<p:tagLst xmlns:p="http://schemas.openxmlformats.org/presentationml/2006/main">
  <p:tag name="PA" val="v5.2.9"/>
</p:tagLst>
</file>

<file path=ppt/tags/tag89.xml><?xml version="1.0" encoding="utf-8"?>
<p:tagLst xmlns:p="http://schemas.openxmlformats.org/presentationml/2006/main">
  <p:tag name="PA" val="v5.2.9"/>
</p:tagLst>
</file>

<file path=ppt/tags/tag90.xml><?xml version="1.0" encoding="utf-8"?>
<p:tagLst xmlns:p="http://schemas.openxmlformats.org/presentationml/2006/main">
  <p:tag name="PA" val="v5.2.9"/>
</p:tagLst>
</file>

<file path=ppt/tags/tag91.xml><?xml version="1.0" encoding="utf-8"?>
<p:tagLst xmlns:p="http://schemas.openxmlformats.org/presentationml/2006/main">
  <p:tag name="PA" val="v5.2.9"/>
</p:tagLst>
</file>

<file path=ppt/tags/tag92.xml><?xml version="1.0" encoding="utf-8"?>
<p:tagLst xmlns:p="http://schemas.openxmlformats.org/presentationml/2006/main">
  <p:tag name="PA" val="v5.2.9"/>
</p:tagLst>
</file>

<file path=ppt/tags/tag93.xml><?xml version="1.0" encoding="utf-8"?>
<p:tagLst xmlns:p="http://schemas.openxmlformats.org/presentationml/2006/main">
  <p:tag name="PA" val="v5.2.9"/>
</p:tagLst>
</file>

<file path=ppt/tags/tag94.xml><?xml version="1.0" encoding="utf-8"?>
<p:tagLst xmlns:p="http://schemas.openxmlformats.org/presentationml/2006/main">
  <p:tag name="PA" val="v5.2.9"/>
</p:tagLst>
</file>

<file path=ppt/tags/tag95.xml><?xml version="1.0" encoding="utf-8"?>
<p:tagLst xmlns:p="http://schemas.openxmlformats.org/presentationml/2006/main">
  <p:tag name="PA" val="v5.2.9"/>
</p:tagLst>
</file>

<file path=ppt/tags/tag96.xml><?xml version="1.0" encoding="utf-8"?>
<p:tagLst xmlns:p="http://schemas.openxmlformats.org/presentationml/2006/main">
  <p:tag name="PA" val="v5.2.9"/>
</p:tagLst>
</file>

<file path=ppt/tags/tag97.xml><?xml version="1.0" encoding="utf-8"?>
<p:tagLst xmlns:p="http://schemas.openxmlformats.org/presentationml/2006/main">
  <p:tag name="PA" val="v5.2.9"/>
</p:tagLst>
</file>

<file path=ppt/tags/tag98.xml><?xml version="1.0" encoding="utf-8"?>
<p:tagLst xmlns:p="http://schemas.openxmlformats.org/presentationml/2006/main">
  <p:tag name="PA" val="v5.2.9"/>
</p:tagLst>
</file>

<file path=ppt/tags/tag99.xml><?xml version="1.0" encoding="utf-8"?>
<p:tagLst xmlns:p="http://schemas.openxmlformats.org/presentationml/2006/main">
  <p:tag name="PA" val="v5.2.9"/>
</p:tagLst>
</file>

<file path=ppt/tags/tag100.xml><?xml version="1.0" encoding="utf-8"?>
<p:tagLst xmlns:p="http://schemas.openxmlformats.org/presentationml/2006/main">
  <p:tag name="PA" val="v5.2.11"/>
</p:tagLst>
</file>

<file path=ppt/tags/tag101.xml><?xml version="1.0" encoding="utf-8"?>
<p:tagLst xmlns:p="http://schemas.openxmlformats.org/presentationml/2006/main">
  <p:tag name="TYPE" val="icon"/>
</p:tagLst>
</file>

<file path=ppt/tags/tag102.xml><?xml version="1.0" encoding="utf-8"?>
<p:tagLst xmlns:p="http://schemas.openxmlformats.org/presentationml/2006/main">
  <p:tag name="PA" val="v5.2.11"/>
</p:tagLst>
</file>

<file path=ppt/tags/tag103.xml><?xml version="1.0" encoding="utf-8"?>
<p:tagLst xmlns:p="http://schemas.openxmlformats.org/presentationml/2006/main">
  <p:tag name="PA" val="v5.2.9"/>
</p:tagLst>
</file>

<file path=ppt/tags/tag104.xml><?xml version="1.0" encoding="utf-8"?>
<p:tagLst xmlns:p="http://schemas.openxmlformats.org/presentationml/2006/main">
  <p:tag name="PA" val="v5.2.9"/>
</p:tagLst>
</file>

<file path=ppt/tags/tag105.xml><?xml version="1.0" encoding="utf-8"?>
<p:tagLst xmlns:p="http://schemas.openxmlformats.org/presentationml/2006/main">
  <p:tag name="PA" val="v5.2.9"/>
</p:tagLst>
</file>

<file path=ppt/tags/tag106.xml><?xml version="1.0" encoding="utf-8"?>
<p:tagLst xmlns:p="http://schemas.openxmlformats.org/presentationml/2006/main">
  <p:tag name="PA" val="v5.2.9"/>
</p:tagLst>
</file>

<file path=ppt/tags/tag107.xml><?xml version="1.0" encoding="utf-8"?>
<p:tagLst xmlns:p="http://schemas.openxmlformats.org/presentationml/2006/main">
  <p:tag name="PA" val="v5.2.9"/>
</p:tagLst>
</file>

<file path=ppt/tags/tag108.xml><?xml version="1.0" encoding="utf-8"?>
<p:tagLst xmlns:p="http://schemas.openxmlformats.org/presentationml/2006/main">
  <p:tag name="PA" val="v5.2.9"/>
</p:tagLst>
</file>

<file path=ppt/tags/tag109.xml><?xml version="1.0" encoding="utf-8"?>
<p:tagLst xmlns:p="http://schemas.openxmlformats.org/presentationml/2006/main">
  <p:tag name="PA" val="v5.2.9"/>
</p:tagLst>
</file>

<file path=ppt/tags/tag110.xml><?xml version="1.0" encoding="utf-8"?>
<p:tagLst xmlns:p="http://schemas.openxmlformats.org/presentationml/2006/main">
  <p:tag name="PA" val="v5.2.9"/>
</p:tagLst>
</file>

<file path=ppt/tags/tag111.xml><?xml version="1.0" encoding="utf-8"?>
<p:tagLst xmlns:p="http://schemas.openxmlformats.org/presentationml/2006/main">
  <p:tag name="PA" val="v5.2.9"/>
</p:tagLst>
</file>

<file path=ppt/tags/tag112.xml><?xml version="1.0" encoding="utf-8"?>
<p:tagLst xmlns:p="http://schemas.openxmlformats.org/presentationml/2006/main">
  <p:tag name="PA" val="v5.2.9"/>
</p:tagLst>
</file>

<file path=ppt/tags/tag113.xml><?xml version="1.0" encoding="utf-8"?>
<p:tagLst xmlns:p="http://schemas.openxmlformats.org/presentationml/2006/main">
  <p:tag name="PA" val="v5.2.9"/>
</p:tagLst>
</file>

<file path=ppt/tags/tag114.xml><?xml version="1.0" encoding="utf-8"?>
<p:tagLst xmlns:p="http://schemas.openxmlformats.org/presentationml/2006/main">
  <p:tag name="PA" val="v5.2.9"/>
</p:tagLst>
</file>

<file path=ppt/tags/tag115.xml><?xml version="1.0" encoding="utf-8"?>
<p:tagLst xmlns:p="http://schemas.openxmlformats.org/presentationml/2006/main">
  <p:tag name="PA" val="v5.2.9"/>
</p:tagLst>
</file>

<file path=ppt/tags/tag116.xml><?xml version="1.0" encoding="utf-8"?>
<p:tagLst xmlns:p="http://schemas.openxmlformats.org/presentationml/2006/main">
  <p:tag name="PA" val="v5.2.9"/>
</p:tagLst>
</file>

<file path=ppt/tags/tag117.xml><?xml version="1.0" encoding="utf-8"?>
<p:tagLst xmlns:p="http://schemas.openxmlformats.org/presentationml/2006/main">
  <p:tag name="PA" val="v5.2.9"/>
</p:tagLst>
</file>

<file path=ppt/tags/tag118.xml><?xml version="1.0" encoding="utf-8"?>
<p:tagLst xmlns:p="http://schemas.openxmlformats.org/presentationml/2006/main">
  <p:tag name="PA" val="v5.2.9"/>
</p:tagLst>
</file>

<file path=ppt/tags/tag119.xml><?xml version="1.0" encoding="utf-8"?>
<p:tagLst xmlns:p="http://schemas.openxmlformats.org/presentationml/2006/main">
  <p:tag name="PA" val="v5.2.9"/>
</p:tagLst>
</file>

<file path=ppt/tags/tag120.xml><?xml version="1.0" encoding="utf-8"?>
<p:tagLst xmlns:p="http://schemas.openxmlformats.org/presentationml/2006/main">
  <p:tag name="PA" val="v5.2.9"/>
</p:tagLst>
</file>

<file path=ppt/tags/tag121.xml><?xml version="1.0" encoding="utf-8"?>
<p:tagLst xmlns:p="http://schemas.openxmlformats.org/presentationml/2006/main">
  <p:tag name="PA" val="v5.2.9"/>
</p:tagLst>
</file>

<file path=ppt/tags/tag122.xml><?xml version="1.0" encoding="utf-8"?>
<p:tagLst xmlns:p="http://schemas.openxmlformats.org/presentationml/2006/main">
  <p:tag name="PA" val="v5.2.9"/>
</p:tagLst>
</file>

<file path=ppt/tags/tag123.xml><?xml version="1.0" encoding="utf-8"?>
<p:tagLst xmlns:p="http://schemas.openxmlformats.org/presentationml/2006/main">
  <p:tag name="PA" val="v5.2.9"/>
</p:tagLst>
</file>

<file path=ppt/tags/tag124.xml><?xml version="1.0" encoding="utf-8"?>
<p:tagLst xmlns:p="http://schemas.openxmlformats.org/presentationml/2006/main">
  <p:tag name="PA" val="v5.2.9"/>
</p:tagLst>
</file>

<file path=ppt/tags/tag125.xml><?xml version="1.0" encoding="utf-8"?>
<p:tagLst xmlns:p="http://schemas.openxmlformats.org/presentationml/2006/main">
  <p:tag name="PA" val="v5.2.9"/>
</p:tagLst>
</file>

<file path=ppt/tags/tag126.xml><?xml version="1.0" encoding="utf-8"?>
<p:tagLst xmlns:p="http://schemas.openxmlformats.org/presentationml/2006/main">
  <p:tag name="PA" val="v5.2.9"/>
</p:tagLst>
</file>

<file path=ppt/tags/tag127.xml><?xml version="1.0" encoding="utf-8"?>
<p:tagLst xmlns:p="http://schemas.openxmlformats.org/presentationml/2006/main">
  <p:tag name="PA" val="v5.2.9"/>
</p:tagLst>
</file>

<file path=ppt/tags/tag128.xml><?xml version="1.0" encoding="utf-8"?>
<p:tagLst xmlns:p="http://schemas.openxmlformats.org/presentationml/2006/main">
  <p:tag name="PA" val="v5.2.9"/>
</p:tagLst>
</file>

<file path=ppt/tags/tag129.xml><?xml version="1.0" encoding="utf-8"?>
<p:tagLst xmlns:p="http://schemas.openxmlformats.org/presentationml/2006/main">
  <p:tag name="PA" val="v5.2.9"/>
</p:tagLst>
</file>

<file path=ppt/tags/tag130.xml><?xml version="1.0" encoding="utf-8"?>
<p:tagLst xmlns:p="http://schemas.openxmlformats.org/presentationml/2006/main">
  <p:tag name="PA" val="v5.2.9"/>
</p:tagLst>
</file>

<file path=ppt/tags/tag131.xml><?xml version="1.0" encoding="utf-8"?>
<p:tagLst xmlns:p="http://schemas.openxmlformats.org/presentationml/2006/main">
  <p:tag name="PA" val="v5.2.9"/>
</p:tagLst>
</file>

<file path=ppt/tags/tag132.xml><?xml version="1.0" encoding="utf-8"?>
<p:tagLst xmlns:p="http://schemas.openxmlformats.org/presentationml/2006/main">
  <p:tag name="PA" val="v5.2.9"/>
</p:tagLst>
</file>

<file path=ppt/tags/tag133.xml><?xml version="1.0" encoding="utf-8"?>
<p:tagLst xmlns:p="http://schemas.openxmlformats.org/presentationml/2006/main">
  <p:tag name="PA" val="v5.2.9"/>
</p:tagLst>
</file>

<file path=ppt/tags/tag134.xml><?xml version="1.0" encoding="utf-8"?>
<p:tagLst xmlns:p="http://schemas.openxmlformats.org/presentationml/2006/main">
  <p:tag name="PA" val="v5.2.11"/>
</p:tagLst>
</file>

<file path=ppt/tags/tag135.xml><?xml version="1.0" encoding="utf-8"?>
<p:tagLst xmlns:p="http://schemas.openxmlformats.org/presentationml/2006/main">
  <p:tag name="TYPE" val="icon"/>
</p:tagLst>
</file>

<file path=ppt/tags/tag136.xml><?xml version="1.0" encoding="utf-8"?>
<p:tagLst xmlns:p="http://schemas.openxmlformats.org/presentationml/2006/main">
  <p:tag name="PA" val="v5.2.11"/>
</p:tagLst>
</file>

<file path=ppt/tags/tag137.xml><?xml version="1.0" encoding="utf-8"?>
<p:tagLst xmlns:p="http://schemas.openxmlformats.org/presentationml/2006/main">
  <p:tag name="PA" val="v5.2.9"/>
</p:tagLst>
</file>

<file path=ppt/tags/tag138.xml><?xml version="1.0" encoding="utf-8"?>
<p:tagLst xmlns:p="http://schemas.openxmlformats.org/presentationml/2006/main">
  <p:tag name="PA" val="v5.2.9"/>
</p:tagLst>
</file>

<file path=ppt/tags/tag139.xml><?xml version="1.0" encoding="utf-8"?>
<p:tagLst xmlns:p="http://schemas.openxmlformats.org/presentationml/2006/main">
  <p:tag name="PA" val="v5.2.9"/>
</p:tagLst>
</file>

<file path=ppt/tags/tag140.xml><?xml version="1.0" encoding="utf-8"?>
<p:tagLst xmlns:p="http://schemas.openxmlformats.org/presentationml/2006/main">
  <p:tag name="PA" val="v5.2.9"/>
</p:tagLst>
</file>

<file path=ppt/tags/tag141.xml><?xml version="1.0" encoding="utf-8"?>
<p:tagLst xmlns:p="http://schemas.openxmlformats.org/presentationml/2006/main">
  <p:tag name="PA" val="v5.2.9"/>
</p:tagLst>
</file>

<file path=ppt/tags/tag142.xml><?xml version="1.0" encoding="utf-8"?>
<p:tagLst xmlns:p="http://schemas.openxmlformats.org/presentationml/2006/main">
  <p:tag name="PA" val="v5.2.9"/>
</p:tagLst>
</file>

<file path=ppt/tags/tag143.xml><?xml version="1.0" encoding="utf-8"?>
<p:tagLst xmlns:p="http://schemas.openxmlformats.org/presentationml/2006/main">
  <p:tag name="PA" val="v5.2.9"/>
</p:tagLst>
</file>

<file path=ppt/tags/tag144.xml><?xml version="1.0" encoding="utf-8"?>
<p:tagLst xmlns:p="http://schemas.openxmlformats.org/presentationml/2006/main">
  <p:tag name="PA" val="v5.2.9"/>
</p:tagLst>
</file>

<file path=ppt/tags/tag145.xml><?xml version="1.0" encoding="utf-8"?>
<p:tagLst xmlns:p="http://schemas.openxmlformats.org/presentationml/2006/main">
  <p:tag name="PA" val="v5.2.9"/>
</p:tagLst>
</file>

<file path=ppt/tags/tag146.xml><?xml version="1.0" encoding="utf-8"?>
<p:tagLst xmlns:p="http://schemas.openxmlformats.org/presentationml/2006/main">
  <p:tag name="PA" val="v5.2.9"/>
</p:tagLst>
</file>

<file path=ppt/tags/tag147.xml><?xml version="1.0" encoding="utf-8"?>
<p:tagLst xmlns:p="http://schemas.openxmlformats.org/presentationml/2006/main">
  <p:tag name="PA" val="v5.2.9"/>
</p:tagLst>
</file>

<file path=ppt/tags/tag148.xml><?xml version="1.0" encoding="utf-8"?>
<p:tagLst xmlns:p="http://schemas.openxmlformats.org/presentationml/2006/main">
  <p:tag name="PA" val="v5.2.9"/>
</p:tagLst>
</file>

<file path=ppt/tags/tag149.xml><?xml version="1.0" encoding="utf-8"?>
<p:tagLst xmlns:p="http://schemas.openxmlformats.org/presentationml/2006/main">
  <p:tag name="PA" val="v5.2.9"/>
</p:tagLst>
</file>

<file path=ppt/tags/tag150.xml><?xml version="1.0" encoding="utf-8"?>
<p:tagLst xmlns:p="http://schemas.openxmlformats.org/presentationml/2006/main">
  <p:tag name="PA" val="v5.2.9"/>
</p:tagLst>
</file>

<file path=ppt/tags/tag151.xml><?xml version="1.0" encoding="utf-8"?>
<p:tagLst xmlns:p="http://schemas.openxmlformats.org/presentationml/2006/main">
  <p:tag name="PA" val="v5.2.9"/>
</p:tagLst>
</file>

<file path=ppt/tags/tag152.xml><?xml version="1.0" encoding="utf-8"?>
<p:tagLst xmlns:p="http://schemas.openxmlformats.org/presentationml/2006/main">
  <p:tag name="PA" val="v5.2.9"/>
</p:tagLst>
</file>

<file path=ppt/tags/tag153.xml><?xml version="1.0" encoding="utf-8"?>
<p:tagLst xmlns:p="http://schemas.openxmlformats.org/presentationml/2006/main">
  <p:tag name="PA" val="v5.2.9"/>
</p:tagLst>
</file>

<file path=ppt/tags/tag154.xml><?xml version="1.0" encoding="utf-8"?>
<p:tagLst xmlns:p="http://schemas.openxmlformats.org/presentationml/2006/main">
  <p:tag name="PA" val="v5.2.9"/>
</p:tagLst>
</file>

<file path=ppt/tags/tag155.xml><?xml version="1.0" encoding="utf-8"?>
<p:tagLst xmlns:p="http://schemas.openxmlformats.org/presentationml/2006/main">
  <p:tag name="PA" val="v5.2.9"/>
</p:tagLst>
</file>

<file path=ppt/tags/tag156.xml><?xml version="1.0" encoding="utf-8"?>
<p:tagLst xmlns:p="http://schemas.openxmlformats.org/presentationml/2006/main">
  <p:tag name="PA" val="v5.2.9"/>
</p:tagLst>
</file>

<file path=ppt/tags/tag157.xml><?xml version="1.0" encoding="utf-8"?>
<p:tagLst xmlns:p="http://schemas.openxmlformats.org/presentationml/2006/main">
  <p:tag name="PA" val="v5.2.9"/>
</p:tagLst>
</file>

<file path=ppt/tags/tag158.xml><?xml version="1.0" encoding="utf-8"?>
<p:tagLst xmlns:p="http://schemas.openxmlformats.org/presentationml/2006/main">
  <p:tag name="PA" val="v5.2.9"/>
</p:tagLst>
</file>

<file path=ppt/tags/tag159.xml><?xml version="1.0" encoding="utf-8"?>
<p:tagLst xmlns:p="http://schemas.openxmlformats.org/presentationml/2006/main">
  <p:tag name="PA" val="v5.2.9"/>
</p:tagLst>
</file>

<file path=ppt/tags/tag160.xml><?xml version="1.0" encoding="utf-8"?>
<p:tagLst xmlns:p="http://schemas.openxmlformats.org/presentationml/2006/main">
  <p:tag name="PA" val="v5.2.9"/>
</p:tagLst>
</file>

<file path=ppt/tags/tag161.xml><?xml version="1.0" encoding="utf-8"?>
<p:tagLst xmlns:p="http://schemas.openxmlformats.org/presentationml/2006/main">
  <p:tag name="PA" val="v5.2.9"/>
</p:tagLst>
</file>

<file path=ppt/tags/tag162.xml><?xml version="1.0" encoding="utf-8"?>
<p:tagLst xmlns:p="http://schemas.openxmlformats.org/presentationml/2006/main">
  <p:tag name="PA" val="v5.2.9"/>
</p:tagLst>
</file>

<file path=ppt/tags/tag163.xml><?xml version="1.0" encoding="utf-8"?>
<p:tagLst xmlns:p="http://schemas.openxmlformats.org/presentationml/2006/main">
  <p:tag name="PA" val="v5.2.9"/>
</p:tagLst>
</file>

<file path=ppt/tags/tag164.xml><?xml version="1.0" encoding="utf-8"?>
<p:tagLst xmlns:p="http://schemas.openxmlformats.org/presentationml/2006/main">
  <p:tag name="PA" val="v5.2.9"/>
</p:tagLst>
</file>

<file path=ppt/tags/tag165.xml><?xml version="1.0" encoding="utf-8"?>
<p:tagLst xmlns:p="http://schemas.openxmlformats.org/presentationml/2006/main">
  <p:tag name="PA" val="v5.2.9"/>
</p:tagLst>
</file>

<file path=ppt/tags/tag166.xml><?xml version="1.0" encoding="utf-8"?>
<p:tagLst xmlns:p="http://schemas.openxmlformats.org/presentationml/2006/main">
  <p:tag name="PA" val="v5.2.9"/>
</p:tagLst>
</file>

<file path=ppt/tags/tag167.xml><?xml version="1.0" encoding="utf-8"?>
<p:tagLst xmlns:p="http://schemas.openxmlformats.org/presentationml/2006/main">
  <p:tag name="PA" val="v5.2.9"/>
</p:tagLst>
</file>

<file path=ppt/tags/tag168.xml><?xml version="1.0" encoding="utf-8"?>
<p:tagLst xmlns:p="http://schemas.openxmlformats.org/presentationml/2006/main">
  <p:tag name="PA" val="v5.2.11"/>
</p:tagLst>
</file>

<file path=ppt/tags/tag169.xml><?xml version="1.0" encoding="utf-8"?>
<p:tagLst xmlns:p="http://schemas.openxmlformats.org/presentationml/2006/main">
  <p:tag name="TYPE" val="icon"/>
</p:tagLst>
</file>

<file path=ppt/tags/tag170.xml><?xml version="1.0" encoding="utf-8"?>
<p:tagLst xmlns:p="http://schemas.openxmlformats.org/presentationml/2006/main">
  <p:tag name="PA" val="v5.2.11"/>
</p:tagLst>
</file>

<file path=ppt/tags/tag171.xml><?xml version="1.0" encoding="utf-8"?>
<p:tagLst xmlns:p="http://schemas.openxmlformats.org/presentationml/2006/main">
  <p:tag name="PA" val="v5.2.9"/>
</p:tagLst>
</file>

<file path=ppt/tags/tag172.xml><?xml version="1.0" encoding="utf-8"?>
<p:tagLst xmlns:p="http://schemas.openxmlformats.org/presentationml/2006/main">
  <p:tag name="PA" val="v5.2.9"/>
</p:tagLst>
</file>

<file path=ppt/tags/tag173.xml><?xml version="1.0" encoding="utf-8"?>
<p:tagLst xmlns:p="http://schemas.openxmlformats.org/presentationml/2006/main">
  <p:tag name="PA" val="v5.2.9"/>
</p:tagLst>
</file>

<file path=ppt/tags/tag174.xml><?xml version="1.0" encoding="utf-8"?>
<p:tagLst xmlns:p="http://schemas.openxmlformats.org/presentationml/2006/main">
  <p:tag name="PA" val="v5.2.9"/>
</p:tagLst>
</file>

<file path=ppt/tags/tag175.xml><?xml version="1.0" encoding="utf-8"?>
<p:tagLst xmlns:p="http://schemas.openxmlformats.org/presentationml/2006/main">
  <p:tag name="PA" val="v5.2.9"/>
</p:tagLst>
</file>

<file path=ppt/tags/tag176.xml><?xml version="1.0" encoding="utf-8"?>
<p:tagLst xmlns:p="http://schemas.openxmlformats.org/presentationml/2006/main">
  <p:tag name="PA" val="v5.2.9"/>
</p:tagLst>
</file>

<file path=ppt/tags/tag177.xml><?xml version="1.0" encoding="utf-8"?>
<p:tagLst xmlns:p="http://schemas.openxmlformats.org/presentationml/2006/main">
  <p:tag name="PA" val="v5.2.9"/>
</p:tagLst>
</file>

<file path=ppt/tags/tag178.xml><?xml version="1.0" encoding="utf-8"?>
<p:tagLst xmlns:p="http://schemas.openxmlformats.org/presentationml/2006/main">
  <p:tag name="PA" val="v5.2.9"/>
</p:tagLst>
</file>

<file path=ppt/tags/tag179.xml><?xml version="1.0" encoding="utf-8"?>
<p:tagLst xmlns:p="http://schemas.openxmlformats.org/presentationml/2006/main">
  <p:tag name="PA" val="v5.2.9"/>
</p:tagLst>
</file>

<file path=ppt/tags/tag180.xml><?xml version="1.0" encoding="utf-8"?>
<p:tagLst xmlns:p="http://schemas.openxmlformats.org/presentationml/2006/main">
  <p:tag name="PA" val="v5.2.9"/>
</p:tagLst>
</file>

<file path=ppt/tags/tag181.xml><?xml version="1.0" encoding="utf-8"?>
<p:tagLst xmlns:p="http://schemas.openxmlformats.org/presentationml/2006/main">
  <p:tag name="PA" val="v5.2.9"/>
</p:tagLst>
</file>

<file path=ppt/tags/tag182.xml><?xml version="1.0" encoding="utf-8"?>
<p:tagLst xmlns:p="http://schemas.openxmlformats.org/presentationml/2006/main">
  <p:tag name="PA" val="v5.2.9"/>
</p:tagLst>
</file>

<file path=ppt/tags/tag183.xml><?xml version="1.0" encoding="utf-8"?>
<p:tagLst xmlns:p="http://schemas.openxmlformats.org/presentationml/2006/main">
  <p:tag name="PA" val="v5.2.9"/>
</p:tagLst>
</file>

<file path=ppt/tags/tag184.xml><?xml version="1.0" encoding="utf-8"?>
<p:tagLst xmlns:p="http://schemas.openxmlformats.org/presentationml/2006/main">
  <p:tag name="PA" val="v5.2.9"/>
</p:tagLst>
</file>

<file path=ppt/tags/tag185.xml><?xml version="1.0" encoding="utf-8"?>
<p:tagLst xmlns:p="http://schemas.openxmlformats.org/presentationml/2006/main">
  <p:tag name="PA" val="v5.2.9"/>
</p:tagLst>
</file>

<file path=ppt/tags/tag186.xml><?xml version="1.0" encoding="utf-8"?>
<p:tagLst xmlns:p="http://schemas.openxmlformats.org/presentationml/2006/main">
  <p:tag name="PA" val="v5.2.9"/>
</p:tagLst>
</file>

<file path=ppt/tags/tag187.xml><?xml version="1.0" encoding="utf-8"?>
<p:tagLst xmlns:p="http://schemas.openxmlformats.org/presentationml/2006/main">
  <p:tag name="PA" val="v5.2.9"/>
</p:tagLst>
</file>

<file path=ppt/tags/tag188.xml><?xml version="1.0" encoding="utf-8"?>
<p:tagLst xmlns:p="http://schemas.openxmlformats.org/presentationml/2006/main">
  <p:tag name="PA" val="v5.2.9"/>
</p:tagLst>
</file>

<file path=ppt/tags/tag189.xml><?xml version="1.0" encoding="utf-8"?>
<p:tagLst xmlns:p="http://schemas.openxmlformats.org/presentationml/2006/main">
  <p:tag name="PA" val="v5.2.9"/>
</p:tagLst>
</file>

<file path=ppt/tags/tag190.xml><?xml version="1.0" encoding="utf-8"?>
<p:tagLst xmlns:p="http://schemas.openxmlformats.org/presentationml/2006/main">
  <p:tag name="PA" val="v5.2.9"/>
</p:tagLst>
</file>

<file path=ppt/tags/tag191.xml><?xml version="1.0" encoding="utf-8"?>
<p:tagLst xmlns:p="http://schemas.openxmlformats.org/presentationml/2006/main">
  <p:tag name="PA" val="v5.2.9"/>
</p:tagLst>
</file>

<file path=ppt/tags/tag192.xml><?xml version="1.0" encoding="utf-8"?>
<p:tagLst xmlns:p="http://schemas.openxmlformats.org/presentationml/2006/main">
  <p:tag name="PA" val="v5.2.9"/>
</p:tagLst>
</file>

<file path=ppt/tags/tag193.xml><?xml version="1.0" encoding="utf-8"?>
<p:tagLst xmlns:p="http://schemas.openxmlformats.org/presentationml/2006/main">
  <p:tag name="PA" val="v5.2.9"/>
</p:tagLst>
</file>

<file path=ppt/tags/tag194.xml><?xml version="1.0" encoding="utf-8"?>
<p:tagLst xmlns:p="http://schemas.openxmlformats.org/presentationml/2006/main">
  <p:tag name="PA" val="v5.2.9"/>
</p:tagLst>
</file>

<file path=ppt/tags/tag195.xml><?xml version="1.0" encoding="utf-8"?>
<p:tagLst xmlns:p="http://schemas.openxmlformats.org/presentationml/2006/main">
  <p:tag name="PA" val="v5.2.9"/>
</p:tagLst>
</file>

<file path=ppt/tags/tag196.xml><?xml version="1.0" encoding="utf-8"?>
<p:tagLst xmlns:p="http://schemas.openxmlformats.org/presentationml/2006/main">
  <p:tag name="PA" val="v5.2.9"/>
</p:tagLst>
</file>

<file path=ppt/tags/tag197.xml><?xml version="1.0" encoding="utf-8"?>
<p:tagLst xmlns:p="http://schemas.openxmlformats.org/presentationml/2006/main">
  <p:tag name="PA" val="v5.2.9"/>
</p:tagLst>
</file>

<file path=ppt/tags/tag198.xml><?xml version="1.0" encoding="utf-8"?>
<p:tagLst xmlns:p="http://schemas.openxmlformats.org/presentationml/2006/main">
  <p:tag name="PA" val="v5.2.9"/>
</p:tagLst>
</file>

<file path=ppt/tags/tag199.xml><?xml version="1.0" encoding="utf-8"?>
<p:tagLst xmlns:p="http://schemas.openxmlformats.org/presentationml/2006/main">
  <p:tag name="PA" val="v5.2.9"/>
</p:tagLst>
</file>

<file path=ppt/tags/tag200.xml><?xml version="1.0" encoding="utf-8"?>
<p:tagLst xmlns:p="http://schemas.openxmlformats.org/presentationml/2006/main">
  <p:tag name="PA" val="v5.2.9"/>
</p:tagLst>
</file>

<file path=ppt/tags/tag201.xml><?xml version="1.0" encoding="utf-8"?>
<p:tagLst xmlns:p="http://schemas.openxmlformats.org/presentationml/2006/main">
  <p:tag name="PA" val="v5.2.9"/>
</p:tagLst>
</file>

<file path=ppt/tags/tag202.xml><?xml version="1.0" encoding="utf-8"?>
<p:tagLst xmlns:p="http://schemas.openxmlformats.org/presentationml/2006/main">
  <p:tag name="PA" val="v5.2.11"/>
</p:tagLst>
</file>

<file path=ppt/tags/tag203.xml><?xml version="1.0" encoding="utf-8"?>
<p:tagLst xmlns:p="http://schemas.openxmlformats.org/presentationml/2006/main">
  <p:tag name="TYPE" val="icon"/>
</p:tagLst>
</file>

<file path=ppt/tags/tag204.xml><?xml version="1.0" encoding="utf-8"?>
<p:tagLst xmlns:p="http://schemas.openxmlformats.org/presentationml/2006/main">
  <p:tag name="PA" val="v5.2.11"/>
</p:tagLst>
</file>

<file path=ppt/tags/tag205.xml><?xml version="1.0" encoding="utf-8"?>
<p:tagLst xmlns:p="http://schemas.openxmlformats.org/presentationml/2006/main">
  <p:tag name="PA" val="v5.2.9"/>
</p:tagLst>
</file>

<file path=ppt/tags/tag206.xml><?xml version="1.0" encoding="utf-8"?>
<p:tagLst xmlns:p="http://schemas.openxmlformats.org/presentationml/2006/main">
  <p:tag name="PA" val="v5.2.9"/>
</p:tagLst>
</file>

<file path=ppt/tags/tag207.xml><?xml version="1.0" encoding="utf-8"?>
<p:tagLst xmlns:p="http://schemas.openxmlformats.org/presentationml/2006/main">
  <p:tag name="PA" val="v5.2.9"/>
</p:tagLst>
</file>

<file path=ppt/tags/tag208.xml><?xml version="1.0" encoding="utf-8"?>
<p:tagLst xmlns:p="http://schemas.openxmlformats.org/presentationml/2006/main">
  <p:tag name="PA" val="v5.2.9"/>
</p:tagLst>
</file>

<file path=ppt/tags/tag209.xml><?xml version="1.0" encoding="utf-8"?>
<p:tagLst xmlns:p="http://schemas.openxmlformats.org/presentationml/2006/main">
  <p:tag name="PA" val="v5.2.9"/>
</p:tagLst>
</file>

<file path=ppt/tags/tag210.xml><?xml version="1.0" encoding="utf-8"?>
<p:tagLst xmlns:p="http://schemas.openxmlformats.org/presentationml/2006/main">
  <p:tag name="PA" val="v5.2.9"/>
</p:tagLst>
</file>

<file path=ppt/tags/tag211.xml><?xml version="1.0" encoding="utf-8"?>
<p:tagLst xmlns:p="http://schemas.openxmlformats.org/presentationml/2006/main">
  <p:tag name="PA" val="v5.2.9"/>
</p:tagLst>
</file>

<file path=ppt/tags/tag212.xml><?xml version="1.0" encoding="utf-8"?>
<p:tagLst xmlns:p="http://schemas.openxmlformats.org/presentationml/2006/main">
  <p:tag name="PA" val="v5.2.9"/>
</p:tagLst>
</file>

<file path=ppt/tags/tag213.xml><?xml version="1.0" encoding="utf-8"?>
<p:tagLst xmlns:p="http://schemas.openxmlformats.org/presentationml/2006/main">
  <p:tag name="PA" val="v5.2.9"/>
</p:tagLst>
</file>

<file path=ppt/tags/tag214.xml><?xml version="1.0" encoding="utf-8"?>
<p:tagLst xmlns:p="http://schemas.openxmlformats.org/presentationml/2006/main">
  <p:tag name="PA" val="v5.2.9"/>
</p:tagLst>
</file>

<file path=ppt/tags/tag215.xml><?xml version="1.0" encoding="utf-8"?>
<p:tagLst xmlns:p="http://schemas.openxmlformats.org/presentationml/2006/main">
  <p:tag name="PA" val="v5.2.9"/>
</p:tagLst>
</file>

<file path=ppt/tags/tag216.xml><?xml version="1.0" encoding="utf-8"?>
<p:tagLst xmlns:p="http://schemas.openxmlformats.org/presentationml/2006/main">
  <p:tag name="PA" val="v5.2.9"/>
</p:tagLst>
</file>

<file path=ppt/tags/tag217.xml><?xml version="1.0" encoding="utf-8"?>
<p:tagLst xmlns:p="http://schemas.openxmlformats.org/presentationml/2006/main">
  <p:tag name="PA" val="v5.2.9"/>
</p:tagLst>
</file>

<file path=ppt/tags/tag218.xml><?xml version="1.0" encoding="utf-8"?>
<p:tagLst xmlns:p="http://schemas.openxmlformats.org/presentationml/2006/main">
  <p:tag name="PA" val="v5.2.9"/>
</p:tagLst>
</file>

<file path=ppt/tags/tag219.xml><?xml version="1.0" encoding="utf-8"?>
<p:tagLst xmlns:p="http://schemas.openxmlformats.org/presentationml/2006/main">
  <p:tag name="PA" val="v5.2.9"/>
</p:tagLst>
</file>

<file path=ppt/tags/tag220.xml><?xml version="1.0" encoding="utf-8"?>
<p:tagLst xmlns:p="http://schemas.openxmlformats.org/presentationml/2006/main">
  <p:tag name="PA" val="v5.2.9"/>
</p:tagLst>
</file>

<file path=ppt/tags/tag221.xml><?xml version="1.0" encoding="utf-8"?>
<p:tagLst xmlns:p="http://schemas.openxmlformats.org/presentationml/2006/main">
  <p:tag name="PA" val="v5.2.9"/>
</p:tagLst>
</file>

<file path=ppt/tags/tag222.xml><?xml version="1.0" encoding="utf-8"?>
<p:tagLst xmlns:p="http://schemas.openxmlformats.org/presentationml/2006/main">
  <p:tag name="PA" val="v5.2.9"/>
</p:tagLst>
</file>

<file path=ppt/tags/tag223.xml><?xml version="1.0" encoding="utf-8"?>
<p:tagLst xmlns:p="http://schemas.openxmlformats.org/presentationml/2006/main">
  <p:tag name="PA" val="v5.2.9"/>
</p:tagLst>
</file>

<file path=ppt/tags/tag224.xml><?xml version="1.0" encoding="utf-8"?>
<p:tagLst xmlns:p="http://schemas.openxmlformats.org/presentationml/2006/main">
  <p:tag name="PA" val="v5.2.9"/>
</p:tagLst>
</file>

<file path=ppt/tags/tag225.xml><?xml version="1.0" encoding="utf-8"?>
<p:tagLst xmlns:p="http://schemas.openxmlformats.org/presentationml/2006/main">
  <p:tag name="PA" val="v5.2.9"/>
</p:tagLst>
</file>

<file path=ppt/tags/tag226.xml><?xml version="1.0" encoding="utf-8"?>
<p:tagLst xmlns:p="http://schemas.openxmlformats.org/presentationml/2006/main">
  <p:tag name="PA" val="v5.2.9"/>
</p:tagLst>
</file>

<file path=ppt/tags/tag227.xml><?xml version="1.0" encoding="utf-8"?>
<p:tagLst xmlns:p="http://schemas.openxmlformats.org/presentationml/2006/main">
  <p:tag name="PA" val="v5.2.9"/>
</p:tagLst>
</file>

<file path=ppt/tags/tag228.xml><?xml version="1.0" encoding="utf-8"?>
<p:tagLst xmlns:p="http://schemas.openxmlformats.org/presentationml/2006/main">
  <p:tag name="PA" val="v5.2.9"/>
</p:tagLst>
</file>

<file path=ppt/tags/tag229.xml><?xml version="1.0" encoding="utf-8"?>
<p:tagLst xmlns:p="http://schemas.openxmlformats.org/presentationml/2006/main">
  <p:tag name="PA" val="v5.2.9"/>
</p:tagLst>
</file>

<file path=ppt/tags/tag230.xml><?xml version="1.0" encoding="utf-8"?>
<p:tagLst xmlns:p="http://schemas.openxmlformats.org/presentationml/2006/main">
  <p:tag name="PA" val="v5.2.9"/>
</p:tagLst>
</file>

<file path=ppt/tags/tag231.xml><?xml version="1.0" encoding="utf-8"?>
<p:tagLst xmlns:p="http://schemas.openxmlformats.org/presentationml/2006/main">
  <p:tag name="PA" val="v5.2.9"/>
</p:tagLst>
</file>

<file path=ppt/tags/tag232.xml><?xml version="1.0" encoding="utf-8"?>
<p:tagLst xmlns:p="http://schemas.openxmlformats.org/presentationml/2006/main">
  <p:tag name="PA" val="v5.2.9"/>
</p:tagLst>
</file>

<file path=ppt/tags/tag233.xml><?xml version="1.0" encoding="utf-8"?>
<p:tagLst xmlns:p="http://schemas.openxmlformats.org/presentationml/2006/main">
  <p:tag name="PA" val="v5.2.9"/>
</p:tagLst>
</file>

<file path=ppt/tags/tag234.xml><?xml version="1.0" encoding="utf-8"?>
<p:tagLst xmlns:p="http://schemas.openxmlformats.org/presentationml/2006/main">
  <p:tag name="PA" val="v5.2.9"/>
</p:tagLst>
</file>

<file path=ppt/tags/tag235.xml><?xml version="1.0" encoding="utf-8"?>
<p:tagLst xmlns:p="http://schemas.openxmlformats.org/presentationml/2006/main">
  <p:tag name="PA" val="v5.2.9"/>
</p:tagLst>
</file>

<file path=ppt/tags/tag236.xml><?xml version="1.0" encoding="utf-8"?>
<p:tagLst xmlns:p="http://schemas.openxmlformats.org/presentationml/2006/main">
  <p:tag name="PA" val="v5.2.11"/>
</p:tagLst>
</file>

<file path=ppt/tags/tag237.xml><?xml version="1.0" encoding="utf-8"?>
<p:tagLst xmlns:p="http://schemas.openxmlformats.org/presentationml/2006/main">
  <p:tag name="TYPE" val="icon"/>
</p:tagLst>
</file>

<file path=ppt/tags/tag238.xml><?xml version="1.0" encoding="utf-8"?>
<p:tagLst xmlns:p="http://schemas.openxmlformats.org/presentationml/2006/main">
  <p:tag name="PA" val="v5.2.11"/>
</p:tagLst>
</file>

<file path=ppt/tags/tag239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0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1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2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3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4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5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6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7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8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9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50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51.xml><?xml version="1.0" encoding="utf-8"?>
<p:tagLst xmlns:p="http://schemas.openxmlformats.org/presentationml/2006/main">
  <p:tag name="PA" val="v5.2.11"/>
</p:tagLst>
</file>

<file path=ppt/tags/tag252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3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4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5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6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7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8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9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0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1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2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3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4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5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6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7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8.xml><?xml version="1.0" encoding="utf-8"?>
<p:tagLst xmlns:p="http://schemas.openxmlformats.org/presentationml/2006/main">
  <p:tag name="PA" val="v5.2.11"/>
</p:tagLst>
</file>

<file path=ppt/tags/tag269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0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1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2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3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4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5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6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7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8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9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0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1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2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3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4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5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6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7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8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9.xml><?xml version="1.0" encoding="utf-8"?>
<p:tagLst xmlns:p="http://schemas.openxmlformats.org/presentationml/2006/main">
  <p:tag name="PA" val="v5.2.11"/>
</p:tagLst>
</file>

<file path=ppt/tags/tag290.xml><?xml version="1.0" encoding="utf-8"?>
<p:tagLst xmlns:p="http://schemas.openxmlformats.org/presentationml/2006/main">
  <p:tag name="PA" val="v5.2.11"/>
</p:tagLst>
</file>

<file path=ppt/tags/tag291.xml><?xml version="1.0" encoding="utf-8"?>
<p:tagLst xmlns:p="http://schemas.openxmlformats.org/presentationml/2006/main">
  <p:tag name="PA" val="v5.2.11"/>
</p:tagLst>
</file>

<file path=ppt/tags/tag292.xml><?xml version="1.0" encoding="utf-8"?>
<p:tagLst xmlns:p="http://schemas.openxmlformats.org/presentationml/2006/main">
  <p:tag name="PA" val="v5.2.11"/>
</p:tagLst>
</file>

<file path=ppt/tags/tag293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4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5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6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7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8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9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0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1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2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3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4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5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6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7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8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9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0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1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2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3.xml><?xml version="1.0" encoding="utf-8"?>
<p:tagLst xmlns:p="http://schemas.openxmlformats.org/presentationml/2006/main">
  <p:tag name="PA" val="v5.2.11"/>
</p:tagLst>
</file>

<file path=ppt/tags/tag314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15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16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17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18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19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0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1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2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3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4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5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6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7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8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9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0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1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2.xml><?xml version="1.0" encoding="utf-8"?>
<p:tagLst xmlns:p="http://schemas.openxmlformats.org/presentationml/2006/main">
  <p:tag name="PA" val="v5.2.11"/>
</p:tagLst>
</file>

<file path=ppt/tags/tag333.xml><?xml version="1.0" encoding="utf-8"?>
<p:tagLst xmlns:p="http://schemas.openxmlformats.org/presentationml/2006/main">
  <p:tag name="PA" val="v5.2.11"/>
</p:tagLst>
</file>

<file path=ppt/tags/tag334.xml><?xml version="1.0" encoding="utf-8"?>
<p:tagLst xmlns:p="http://schemas.openxmlformats.org/presentationml/2006/main">
  <p:tag name="PA" val="v5.2.11"/>
</p:tagLst>
</file>

<file path=ppt/tags/tag335.xml><?xml version="1.0" encoding="utf-8"?>
<p:tagLst xmlns:p="http://schemas.openxmlformats.org/presentationml/2006/main">
  <p:tag name="PA" val="v5.2.11"/>
</p:tagLst>
</file>

<file path=ppt/tags/tag336.xml><?xml version="1.0" encoding="utf-8"?>
<p:tagLst xmlns:p="http://schemas.openxmlformats.org/presentationml/2006/main">
  <p:tag name="PA" val="v5.2.11"/>
</p:tagLst>
</file>

<file path=ppt/tags/tag337.xml><?xml version="1.0" encoding="utf-8"?>
<p:tagLst xmlns:p="http://schemas.openxmlformats.org/presentationml/2006/main">
  <p:tag name="PA" val="v5.2.11"/>
</p:tagLst>
</file>

<file path=ppt/tags/tag338.xml><?xml version="1.0" encoding="utf-8"?>
<p:tagLst xmlns:p="http://schemas.openxmlformats.org/presentationml/2006/main">
  <p:tag name="PA" val="v5.2.11"/>
</p:tagLst>
</file>

<file path=ppt/tags/tag339.xml><?xml version="1.0" encoding="utf-8"?>
<p:tagLst xmlns:p="http://schemas.openxmlformats.org/presentationml/2006/main">
  <p:tag name="commondata" val="eyJoZGlkIjoiYzViMzc4MzQ2ZjY1Y2I3NjlkZjYwZjI1YzA3ZmM4MmQifQ=="/>
</p:tagLst>
</file>

<file path=ppt/theme/theme1.xml><?xml version="1.0" encoding="utf-8"?>
<a:theme xmlns:a="http://schemas.openxmlformats.org/drawingml/2006/main" name="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2222</Words>
  <Application>WPS 演示</Application>
  <PresentationFormat>宽屏</PresentationFormat>
  <Paragraphs>280</Paragraphs>
  <Slides>10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10</vt:i4>
      </vt:variant>
    </vt:vector>
  </HeadingPairs>
  <TitlesOfParts>
    <vt:vector size="33" baseType="lpstr">
      <vt:lpstr>Arial</vt:lpstr>
      <vt:lpstr>宋体</vt:lpstr>
      <vt:lpstr>Wingdings</vt:lpstr>
      <vt:lpstr>等线</vt:lpstr>
      <vt:lpstr>微软雅黑</vt:lpstr>
      <vt:lpstr>仿宋_GB2312</vt:lpstr>
      <vt:lpstr>等线</vt:lpstr>
      <vt:lpstr>Impact</vt:lpstr>
      <vt:lpstr>Noto Sans SC</vt:lpstr>
      <vt:lpstr>优设标题黑</vt:lpstr>
      <vt:lpstr>黑体</vt:lpstr>
      <vt:lpstr>MiSans Normal</vt:lpstr>
      <vt:lpstr>AMGDT</vt:lpstr>
      <vt:lpstr>Arial Unicode MS</vt:lpstr>
      <vt:lpstr>Calibri</vt:lpstr>
      <vt:lpstr>MiSans Demibold</vt:lpstr>
      <vt:lpstr>默认</vt:lpstr>
      <vt:lpstr>1_默认</vt:lpstr>
      <vt:lpstr>4_默认</vt:lpstr>
      <vt:lpstr>3_默认</vt:lpstr>
      <vt:lpstr>5_默认</vt:lpstr>
      <vt:lpstr>6_默认</vt:lpstr>
      <vt:lpstr>7_默认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</dc:creator>
  <cp:lastModifiedBy>白日梦想家</cp:lastModifiedBy>
  <cp:revision>876</cp:revision>
  <dcterms:created xsi:type="dcterms:W3CDTF">2023-08-09T12:44:00Z</dcterms:created>
  <dcterms:modified xsi:type="dcterms:W3CDTF">2026-07-06T06:57:35Z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9A322BD3A3344D7986934815C1FC3CD9_13</vt:lpwstr>
  </property>
</Properties>
</file>